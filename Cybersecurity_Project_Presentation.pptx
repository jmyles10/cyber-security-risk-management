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5" r:id="rId3"/>
    <p:sldId id="270" r:id="rId4"/>
    <p:sldId id="272" r:id="rId5"/>
    <p:sldId id="271" r:id="rId6"/>
    <p:sldId id="276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50" d="100"/>
          <a:sy n="50" d="100"/>
        </p:scale>
        <p:origin x="1939" y="76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E18150-92BB-4DEB-B587-C9A9870867AB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8E80F2D-373E-4E87-AB1D-BCD93722337E}">
      <dgm:prSet/>
      <dgm:spPr/>
      <dgm:t>
        <a:bodyPr/>
        <a:lstStyle/>
        <a:p>
          <a:r>
            <a:rPr lang="en-US"/>
            <a:t>Small online clothing retailer</a:t>
          </a:r>
        </a:p>
      </dgm:t>
    </dgm:pt>
    <dgm:pt modelId="{F79FB146-6E96-4008-B72C-A82E21B4FCCC}" type="parTrans" cxnId="{927851B4-56B9-4346-A0EA-800D02CB2FFD}">
      <dgm:prSet/>
      <dgm:spPr/>
      <dgm:t>
        <a:bodyPr/>
        <a:lstStyle/>
        <a:p>
          <a:endParaRPr lang="en-US"/>
        </a:p>
      </dgm:t>
    </dgm:pt>
    <dgm:pt modelId="{2C72C809-BAC4-46FF-8BDE-E68725E68102}" type="sibTrans" cxnId="{927851B4-56B9-4346-A0EA-800D02CB2FFD}">
      <dgm:prSet/>
      <dgm:spPr/>
      <dgm:t>
        <a:bodyPr/>
        <a:lstStyle/>
        <a:p>
          <a:endParaRPr lang="en-US"/>
        </a:p>
      </dgm:t>
    </dgm:pt>
    <dgm:pt modelId="{F237ABFD-571F-46EA-B229-EC460DB00AF1}">
      <dgm:prSet/>
      <dgm:spPr/>
      <dgm:t>
        <a:bodyPr/>
        <a:lstStyle/>
        <a:p>
          <a:r>
            <a:rPr lang="en-US"/>
            <a:t>Uses website, payment platform, email, cloud storage</a:t>
          </a:r>
        </a:p>
      </dgm:t>
    </dgm:pt>
    <dgm:pt modelId="{DC381F90-49D6-492F-BE41-723BBA8433A6}" type="parTrans" cxnId="{597CB816-2AC8-4662-A5B3-E81FAE13D81C}">
      <dgm:prSet/>
      <dgm:spPr/>
      <dgm:t>
        <a:bodyPr/>
        <a:lstStyle/>
        <a:p>
          <a:endParaRPr lang="en-US"/>
        </a:p>
      </dgm:t>
    </dgm:pt>
    <dgm:pt modelId="{AE27D4C5-70BD-4D7A-89B1-879C0179D63E}" type="sibTrans" cxnId="{597CB816-2AC8-4662-A5B3-E81FAE13D81C}">
      <dgm:prSet/>
      <dgm:spPr/>
      <dgm:t>
        <a:bodyPr/>
        <a:lstStyle/>
        <a:p>
          <a:endParaRPr lang="en-US"/>
        </a:p>
      </dgm:t>
    </dgm:pt>
    <dgm:pt modelId="{5E31CF01-18CE-495C-B945-9B4594BBA97B}">
      <dgm:prSet/>
      <dgm:spPr/>
      <dgm:t>
        <a:bodyPr/>
        <a:lstStyle/>
        <a:p>
          <a:r>
            <a:rPr lang="en-US"/>
            <a:t>Handles customer information and online transactions</a:t>
          </a:r>
        </a:p>
      </dgm:t>
    </dgm:pt>
    <dgm:pt modelId="{453C8DC2-58EA-4C12-B6D8-5A80A061189C}" type="parTrans" cxnId="{2EE43E3C-D2E9-4C1D-B197-C4A4D6666927}">
      <dgm:prSet/>
      <dgm:spPr/>
      <dgm:t>
        <a:bodyPr/>
        <a:lstStyle/>
        <a:p>
          <a:endParaRPr lang="en-US"/>
        </a:p>
      </dgm:t>
    </dgm:pt>
    <dgm:pt modelId="{E69BC8D2-7835-457E-B536-E8AD8D450A74}" type="sibTrans" cxnId="{2EE43E3C-D2E9-4C1D-B197-C4A4D6666927}">
      <dgm:prSet/>
      <dgm:spPr/>
      <dgm:t>
        <a:bodyPr/>
        <a:lstStyle/>
        <a:p>
          <a:endParaRPr lang="en-US"/>
        </a:p>
      </dgm:t>
    </dgm:pt>
    <dgm:pt modelId="{17ABF5E3-66D5-4EB5-A030-5D9005CB39E7}" type="pres">
      <dgm:prSet presAssocID="{F2E18150-92BB-4DEB-B587-C9A9870867AB}" presName="root" presStyleCnt="0">
        <dgm:presLayoutVars>
          <dgm:dir/>
          <dgm:resizeHandles val="exact"/>
        </dgm:presLayoutVars>
      </dgm:prSet>
      <dgm:spPr/>
    </dgm:pt>
    <dgm:pt modelId="{DA89958F-172F-445D-8CA2-611C7496F32F}" type="pres">
      <dgm:prSet presAssocID="{78E80F2D-373E-4E87-AB1D-BCD93722337E}" presName="compNode" presStyleCnt="0"/>
      <dgm:spPr/>
    </dgm:pt>
    <dgm:pt modelId="{D768CC9E-DAA1-4D2C-A295-D6897A5B2C48}" type="pres">
      <dgm:prSet presAssocID="{78E80F2D-373E-4E87-AB1D-BCD93722337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irt"/>
        </a:ext>
      </dgm:extLst>
    </dgm:pt>
    <dgm:pt modelId="{83B60231-2B4A-474A-8655-96A446703B68}" type="pres">
      <dgm:prSet presAssocID="{78E80F2D-373E-4E87-AB1D-BCD93722337E}" presName="spaceRect" presStyleCnt="0"/>
      <dgm:spPr/>
    </dgm:pt>
    <dgm:pt modelId="{A6215FD3-7735-4308-A8AF-5B78564A94AD}" type="pres">
      <dgm:prSet presAssocID="{78E80F2D-373E-4E87-AB1D-BCD93722337E}" presName="textRect" presStyleLbl="revTx" presStyleIdx="0" presStyleCnt="3">
        <dgm:presLayoutVars>
          <dgm:chMax val="1"/>
          <dgm:chPref val="1"/>
        </dgm:presLayoutVars>
      </dgm:prSet>
      <dgm:spPr/>
    </dgm:pt>
    <dgm:pt modelId="{BB9F5F3E-5B3A-4EBF-9C87-47D37CAF9704}" type="pres">
      <dgm:prSet presAssocID="{2C72C809-BAC4-46FF-8BDE-E68725E68102}" presName="sibTrans" presStyleCnt="0"/>
      <dgm:spPr/>
    </dgm:pt>
    <dgm:pt modelId="{106FA518-E1CC-48A6-8036-33E8F683D777}" type="pres">
      <dgm:prSet presAssocID="{F237ABFD-571F-46EA-B229-EC460DB00AF1}" presName="compNode" presStyleCnt="0"/>
      <dgm:spPr/>
    </dgm:pt>
    <dgm:pt modelId="{101CB4C4-B086-4BC5-9FFF-62DA59C37F14}" type="pres">
      <dgm:prSet presAssocID="{F237ABFD-571F-46EA-B229-EC460DB00A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20E25E9-8831-4AC3-AB77-3629D45E307A}" type="pres">
      <dgm:prSet presAssocID="{F237ABFD-571F-46EA-B229-EC460DB00AF1}" presName="spaceRect" presStyleCnt="0"/>
      <dgm:spPr/>
    </dgm:pt>
    <dgm:pt modelId="{BB9785BF-E606-4337-BE7B-A3B4550788CB}" type="pres">
      <dgm:prSet presAssocID="{F237ABFD-571F-46EA-B229-EC460DB00AF1}" presName="textRect" presStyleLbl="revTx" presStyleIdx="1" presStyleCnt="3">
        <dgm:presLayoutVars>
          <dgm:chMax val="1"/>
          <dgm:chPref val="1"/>
        </dgm:presLayoutVars>
      </dgm:prSet>
      <dgm:spPr/>
    </dgm:pt>
    <dgm:pt modelId="{1E5D9245-1235-4A99-9B31-C6755A1E08AA}" type="pres">
      <dgm:prSet presAssocID="{AE27D4C5-70BD-4D7A-89B1-879C0179D63E}" presName="sibTrans" presStyleCnt="0"/>
      <dgm:spPr/>
    </dgm:pt>
    <dgm:pt modelId="{718D60B4-68FC-4E0E-8500-C60BA5A1B848}" type="pres">
      <dgm:prSet presAssocID="{5E31CF01-18CE-495C-B945-9B4594BBA97B}" presName="compNode" presStyleCnt="0"/>
      <dgm:spPr/>
    </dgm:pt>
    <dgm:pt modelId="{3B2EDABC-68B8-44D0-B8F1-611CE1B903AA}" type="pres">
      <dgm:prSet presAssocID="{5E31CF01-18CE-495C-B945-9B4594BBA97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51829FB-27CC-400F-B385-2D4B7CA24A3D}" type="pres">
      <dgm:prSet presAssocID="{5E31CF01-18CE-495C-B945-9B4594BBA97B}" presName="spaceRect" presStyleCnt="0"/>
      <dgm:spPr/>
    </dgm:pt>
    <dgm:pt modelId="{647335AA-F560-4C3E-A877-F06CBBE2A322}" type="pres">
      <dgm:prSet presAssocID="{5E31CF01-18CE-495C-B945-9B4594BBA97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97CB816-2AC8-4662-A5B3-E81FAE13D81C}" srcId="{F2E18150-92BB-4DEB-B587-C9A9870867AB}" destId="{F237ABFD-571F-46EA-B229-EC460DB00AF1}" srcOrd="1" destOrd="0" parTransId="{DC381F90-49D6-492F-BE41-723BBA8433A6}" sibTransId="{AE27D4C5-70BD-4D7A-89B1-879C0179D63E}"/>
    <dgm:cxn modelId="{DDEE0C3B-D7AE-452F-82F7-EF43D9E26659}" type="presOf" srcId="{5E31CF01-18CE-495C-B945-9B4594BBA97B}" destId="{647335AA-F560-4C3E-A877-F06CBBE2A322}" srcOrd="0" destOrd="0" presId="urn:microsoft.com/office/officeart/2018/2/layout/IconLabelList"/>
    <dgm:cxn modelId="{2EE43E3C-D2E9-4C1D-B197-C4A4D6666927}" srcId="{F2E18150-92BB-4DEB-B587-C9A9870867AB}" destId="{5E31CF01-18CE-495C-B945-9B4594BBA97B}" srcOrd="2" destOrd="0" parTransId="{453C8DC2-58EA-4C12-B6D8-5A80A061189C}" sibTransId="{E69BC8D2-7835-457E-B536-E8AD8D450A74}"/>
    <dgm:cxn modelId="{00F45B47-885B-4333-93C0-EE9001FF5337}" type="presOf" srcId="{78E80F2D-373E-4E87-AB1D-BCD93722337E}" destId="{A6215FD3-7735-4308-A8AF-5B78564A94AD}" srcOrd="0" destOrd="0" presId="urn:microsoft.com/office/officeart/2018/2/layout/IconLabelList"/>
    <dgm:cxn modelId="{A0966280-051D-43D7-A6AA-6B2417C7A180}" type="presOf" srcId="{F237ABFD-571F-46EA-B229-EC460DB00AF1}" destId="{BB9785BF-E606-4337-BE7B-A3B4550788CB}" srcOrd="0" destOrd="0" presId="urn:microsoft.com/office/officeart/2018/2/layout/IconLabelList"/>
    <dgm:cxn modelId="{0B6AE7A9-0655-484D-BE4D-342B52088B9B}" type="presOf" srcId="{F2E18150-92BB-4DEB-B587-C9A9870867AB}" destId="{17ABF5E3-66D5-4EB5-A030-5D9005CB39E7}" srcOrd="0" destOrd="0" presId="urn:microsoft.com/office/officeart/2018/2/layout/IconLabelList"/>
    <dgm:cxn modelId="{927851B4-56B9-4346-A0EA-800D02CB2FFD}" srcId="{F2E18150-92BB-4DEB-B587-C9A9870867AB}" destId="{78E80F2D-373E-4E87-AB1D-BCD93722337E}" srcOrd="0" destOrd="0" parTransId="{F79FB146-6E96-4008-B72C-A82E21B4FCCC}" sibTransId="{2C72C809-BAC4-46FF-8BDE-E68725E68102}"/>
    <dgm:cxn modelId="{2CC250CC-F774-4A79-80BF-49F743BE142A}" type="presParOf" srcId="{17ABF5E3-66D5-4EB5-A030-5D9005CB39E7}" destId="{DA89958F-172F-445D-8CA2-611C7496F32F}" srcOrd="0" destOrd="0" presId="urn:microsoft.com/office/officeart/2018/2/layout/IconLabelList"/>
    <dgm:cxn modelId="{C1A68C54-BD28-42D3-8FAA-8CC3A848FB38}" type="presParOf" srcId="{DA89958F-172F-445D-8CA2-611C7496F32F}" destId="{D768CC9E-DAA1-4D2C-A295-D6897A5B2C48}" srcOrd="0" destOrd="0" presId="urn:microsoft.com/office/officeart/2018/2/layout/IconLabelList"/>
    <dgm:cxn modelId="{5DB5F83A-9DE4-4314-8AA2-82ABFD22E2D9}" type="presParOf" srcId="{DA89958F-172F-445D-8CA2-611C7496F32F}" destId="{83B60231-2B4A-474A-8655-96A446703B68}" srcOrd="1" destOrd="0" presId="urn:microsoft.com/office/officeart/2018/2/layout/IconLabelList"/>
    <dgm:cxn modelId="{B16CFBB7-1A40-42F1-BE08-5F4A6614814C}" type="presParOf" srcId="{DA89958F-172F-445D-8CA2-611C7496F32F}" destId="{A6215FD3-7735-4308-A8AF-5B78564A94AD}" srcOrd="2" destOrd="0" presId="urn:microsoft.com/office/officeart/2018/2/layout/IconLabelList"/>
    <dgm:cxn modelId="{3BEA0F8E-9BC4-4E4E-B88D-880DD84EE278}" type="presParOf" srcId="{17ABF5E3-66D5-4EB5-A030-5D9005CB39E7}" destId="{BB9F5F3E-5B3A-4EBF-9C87-47D37CAF9704}" srcOrd="1" destOrd="0" presId="urn:microsoft.com/office/officeart/2018/2/layout/IconLabelList"/>
    <dgm:cxn modelId="{755580AA-595B-45EF-87A4-F2D596FB904A}" type="presParOf" srcId="{17ABF5E3-66D5-4EB5-A030-5D9005CB39E7}" destId="{106FA518-E1CC-48A6-8036-33E8F683D777}" srcOrd="2" destOrd="0" presId="urn:microsoft.com/office/officeart/2018/2/layout/IconLabelList"/>
    <dgm:cxn modelId="{A4D0ECC8-5B4C-4713-9D3B-0C9A0D459DAA}" type="presParOf" srcId="{106FA518-E1CC-48A6-8036-33E8F683D777}" destId="{101CB4C4-B086-4BC5-9FFF-62DA59C37F14}" srcOrd="0" destOrd="0" presId="urn:microsoft.com/office/officeart/2018/2/layout/IconLabelList"/>
    <dgm:cxn modelId="{8BD50625-9B1D-4068-9B37-F4C324A9C72A}" type="presParOf" srcId="{106FA518-E1CC-48A6-8036-33E8F683D777}" destId="{C20E25E9-8831-4AC3-AB77-3629D45E307A}" srcOrd="1" destOrd="0" presId="urn:microsoft.com/office/officeart/2018/2/layout/IconLabelList"/>
    <dgm:cxn modelId="{600DBA29-3739-4A92-A5EE-68753DC421C8}" type="presParOf" srcId="{106FA518-E1CC-48A6-8036-33E8F683D777}" destId="{BB9785BF-E606-4337-BE7B-A3B4550788CB}" srcOrd="2" destOrd="0" presId="urn:microsoft.com/office/officeart/2018/2/layout/IconLabelList"/>
    <dgm:cxn modelId="{963A0225-B98B-431D-8A9A-E4A0CC48E143}" type="presParOf" srcId="{17ABF5E3-66D5-4EB5-A030-5D9005CB39E7}" destId="{1E5D9245-1235-4A99-9B31-C6755A1E08AA}" srcOrd="3" destOrd="0" presId="urn:microsoft.com/office/officeart/2018/2/layout/IconLabelList"/>
    <dgm:cxn modelId="{14CE5182-84BB-4D68-82E6-A750812C687D}" type="presParOf" srcId="{17ABF5E3-66D5-4EB5-A030-5D9005CB39E7}" destId="{718D60B4-68FC-4E0E-8500-C60BA5A1B848}" srcOrd="4" destOrd="0" presId="urn:microsoft.com/office/officeart/2018/2/layout/IconLabelList"/>
    <dgm:cxn modelId="{B47F2461-19C9-47C9-B8EB-3CACAF90EE39}" type="presParOf" srcId="{718D60B4-68FC-4E0E-8500-C60BA5A1B848}" destId="{3B2EDABC-68B8-44D0-B8F1-611CE1B903AA}" srcOrd="0" destOrd="0" presId="urn:microsoft.com/office/officeart/2018/2/layout/IconLabelList"/>
    <dgm:cxn modelId="{466C3C1F-FA34-4FA9-8FD5-251FD4A0164E}" type="presParOf" srcId="{718D60B4-68FC-4E0E-8500-C60BA5A1B848}" destId="{B51829FB-27CC-400F-B385-2D4B7CA24A3D}" srcOrd="1" destOrd="0" presId="urn:microsoft.com/office/officeart/2018/2/layout/IconLabelList"/>
    <dgm:cxn modelId="{A256F6FA-9FC5-4D0D-9309-F9F95AE8753C}" type="presParOf" srcId="{718D60B4-68FC-4E0E-8500-C60BA5A1B848}" destId="{647335AA-F560-4C3E-A877-F06CBBE2A3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812552-5723-4AFD-B692-D847A03C9E0A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BB6E78C-FD1A-43D9-BB9D-8238A7A3758B}">
      <dgm:prSet/>
      <dgm:spPr/>
      <dgm:t>
        <a:bodyPr/>
        <a:lstStyle/>
        <a:p>
          <a:r>
            <a:rPr lang="en-US" b="0" i="0" baseline="0"/>
            <a:t>E-commerce website </a:t>
          </a:r>
          <a:endParaRPr lang="en-US"/>
        </a:p>
      </dgm:t>
    </dgm:pt>
    <dgm:pt modelId="{C547C46E-9B50-4234-8779-3F8283F14F2A}" type="parTrans" cxnId="{9636A025-0541-4DA2-BAFF-C6ECDA5AFA55}">
      <dgm:prSet/>
      <dgm:spPr/>
      <dgm:t>
        <a:bodyPr/>
        <a:lstStyle/>
        <a:p>
          <a:endParaRPr lang="en-US"/>
        </a:p>
      </dgm:t>
    </dgm:pt>
    <dgm:pt modelId="{F5254FBC-0B4F-4CA7-80BF-E8825918686E}" type="sibTrans" cxnId="{9636A025-0541-4DA2-BAFF-C6ECDA5AFA55}">
      <dgm:prSet/>
      <dgm:spPr/>
      <dgm:t>
        <a:bodyPr/>
        <a:lstStyle/>
        <a:p>
          <a:endParaRPr lang="en-US"/>
        </a:p>
      </dgm:t>
    </dgm:pt>
    <dgm:pt modelId="{ECD191E8-8E86-400E-998A-6E17CB381313}">
      <dgm:prSet/>
      <dgm:spPr/>
      <dgm:t>
        <a:bodyPr/>
        <a:lstStyle/>
        <a:p>
          <a:r>
            <a:rPr lang="en-US" b="0" i="0" baseline="0"/>
            <a:t>Customer database </a:t>
          </a:r>
          <a:endParaRPr lang="en-US"/>
        </a:p>
      </dgm:t>
    </dgm:pt>
    <dgm:pt modelId="{D73E40A1-CCAB-463D-AF22-67840C2F4344}" type="parTrans" cxnId="{32DED02C-3D6A-4BB2-B45D-CDA55524FFB1}">
      <dgm:prSet/>
      <dgm:spPr/>
      <dgm:t>
        <a:bodyPr/>
        <a:lstStyle/>
        <a:p>
          <a:endParaRPr lang="en-US"/>
        </a:p>
      </dgm:t>
    </dgm:pt>
    <dgm:pt modelId="{11551075-FF10-4DB3-B842-E22FED01A0B0}" type="sibTrans" cxnId="{32DED02C-3D6A-4BB2-B45D-CDA55524FFB1}">
      <dgm:prSet/>
      <dgm:spPr/>
      <dgm:t>
        <a:bodyPr/>
        <a:lstStyle/>
        <a:p>
          <a:endParaRPr lang="en-US"/>
        </a:p>
      </dgm:t>
    </dgm:pt>
    <dgm:pt modelId="{47CA67A0-1F59-4133-A91D-8EBD353D5D5A}">
      <dgm:prSet/>
      <dgm:spPr/>
      <dgm:t>
        <a:bodyPr/>
        <a:lstStyle/>
        <a:p>
          <a:r>
            <a:rPr lang="en-US" b="0" i="0" baseline="0"/>
            <a:t>Payment processor </a:t>
          </a:r>
          <a:endParaRPr lang="en-US"/>
        </a:p>
      </dgm:t>
    </dgm:pt>
    <dgm:pt modelId="{4F82A0B5-EDE4-4F2A-A261-3CD1F5893F69}" type="parTrans" cxnId="{512E897E-1F76-483D-B460-C453E868DAAD}">
      <dgm:prSet/>
      <dgm:spPr/>
      <dgm:t>
        <a:bodyPr/>
        <a:lstStyle/>
        <a:p>
          <a:endParaRPr lang="en-US"/>
        </a:p>
      </dgm:t>
    </dgm:pt>
    <dgm:pt modelId="{C338C22E-B9DB-4A5D-B455-BE185E547BDE}" type="sibTrans" cxnId="{512E897E-1F76-483D-B460-C453E868DAAD}">
      <dgm:prSet/>
      <dgm:spPr/>
      <dgm:t>
        <a:bodyPr/>
        <a:lstStyle/>
        <a:p>
          <a:endParaRPr lang="en-US"/>
        </a:p>
      </dgm:t>
    </dgm:pt>
    <dgm:pt modelId="{E96DEA77-915D-4805-B8C7-D3E77E797E26}">
      <dgm:prSet/>
      <dgm:spPr/>
      <dgm:t>
        <a:bodyPr/>
        <a:lstStyle/>
        <a:p>
          <a:r>
            <a:rPr lang="en-US" b="0" i="0" baseline="0"/>
            <a:t>Employee laptops </a:t>
          </a:r>
          <a:endParaRPr lang="en-US"/>
        </a:p>
      </dgm:t>
    </dgm:pt>
    <dgm:pt modelId="{A08FC73F-A63B-4250-9F28-B39BA184BEE3}" type="parTrans" cxnId="{718AB266-243D-4B05-B833-F87E8FE91B29}">
      <dgm:prSet/>
      <dgm:spPr/>
      <dgm:t>
        <a:bodyPr/>
        <a:lstStyle/>
        <a:p>
          <a:endParaRPr lang="en-US"/>
        </a:p>
      </dgm:t>
    </dgm:pt>
    <dgm:pt modelId="{42348337-E8E3-47FB-A627-ABDACD520979}" type="sibTrans" cxnId="{718AB266-243D-4B05-B833-F87E8FE91B29}">
      <dgm:prSet/>
      <dgm:spPr/>
      <dgm:t>
        <a:bodyPr/>
        <a:lstStyle/>
        <a:p>
          <a:endParaRPr lang="en-US"/>
        </a:p>
      </dgm:t>
    </dgm:pt>
    <dgm:pt modelId="{4BD68D05-A930-4C8A-839A-D1B436566A64}">
      <dgm:prSet/>
      <dgm:spPr/>
      <dgm:t>
        <a:bodyPr/>
        <a:lstStyle/>
        <a:p>
          <a:r>
            <a:rPr lang="en-US" b="0" i="0" baseline="0"/>
            <a:t>Company email </a:t>
          </a:r>
          <a:endParaRPr lang="en-US"/>
        </a:p>
      </dgm:t>
    </dgm:pt>
    <dgm:pt modelId="{82E6EA1A-AF99-49E7-BAA6-364DCAD48F52}" type="parTrans" cxnId="{CF0522BE-66F5-4D64-8505-84F38C7D7D13}">
      <dgm:prSet/>
      <dgm:spPr/>
      <dgm:t>
        <a:bodyPr/>
        <a:lstStyle/>
        <a:p>
          <a:endParaRPr lang="en-US"/>
        </a:p>
      </dgm:t>
    </dgm:pt>
    <dgm:pt modelId="{789DADE2-A866-4AD6-B3CD-A60AD16C6B9F}" type="sibTrans" cxnId="{CF0522BE-66F5-4D64-8505-84F38C7D7D13}">
      <dgm:prSet/>
      <dgm:spPr/>
      <dgm:t>
        <a:bodyPr/>
        <a:lstStyle/>
        <a:p>
          <a:endParaRPr lang="en-US"/>
        </a:p>
      </dgm:t>
    </dgm:pt>
    <dgm:pt modelId="{FE55B6FE-3737-44C2-A850-77DF67139B66}">
      <dgm:prSet/>
      <dgm:spPr/>
      <dgm:t>
        <a:bodyPr/>
        <a:lstStyle/>
        <a:p>
          <a:r>
            <a:rPr lang="en-US" b="0" i="0" baseline="0"/>
            <a:t>Cloud storage </a:t>
          </a:r>
          <a:endParaRPr lang="en-US"/>
        </a:p>
      </dgm:t>
    </dgm:pt>
    <dgm:pt modelId="{C042665B-D45B-432F-9198-FC8C34223AF0}" type="parTrans" cxnId="{FF6C7C5F-BF9A-4C30-93CF-25810EAC451D}">
      <dgm:prSet/>
      <dgm:spPr/>
      <dgm:t>
        <a:bodyPr/>
        <a:lstStyle/>
        <a:p>
          <a:endParaRPr lang="en-US"/>
        </a:p>
      </dgm:t>
    </dgm:pt>
    <dgm:pt modelId="{A213D4C7-E380-4608-8FE3-0E2E080A6B47}" type="sibTrans" cxnId="{FF6C7C5F-BF9A-4C30-93CF-25810EAC451D}">
      <dgm:prSet/>
      <dgm:spPr/>
      <dgm:t>
        <a:bodyPr/>
        <a:lstStyle/>
        <a:p>
          <a:endParaRPr lang="en-US"/>
        </a:p>
      </dgm:t>
    </dgm:pt>
    <dgm:pt modelId="{D8648E1C-7D02-4288-8506-59DD5F90C364}">
      <dgm:prSet/>
      <dgm:spPr/>
      <dgm:t>
        <a:bodyPr/>
        <a:lstStyle/>
        <a:p>
          <a:r>
            <a:rPr lang="en-US" b="0" i="0" baseline="0"/>
            <a:t>Wi-Fi network </a:t>
          </a:r>
          <a:endParaRPr lang="en-US"/>
        </a:p>
      </dgm:t>
    </dgm:pt>
    <dgm:pt modelId="{E3AD6B93-C3F0-4646-A05B-2D09B4CB377A}" type="parTrans" cxnId="{241EB5A8-4FE2-4EE3-BB8E-D0F2949A7019}">
      <dgm:prSet/>
      <dgm:spPr/>
      <dgm:t>
        <a:bodyPr/>
        <a:lstStyle/>
        <a:p>
          <a:endParaRPr lang="en-US"/>
        </a:p>
      </dgm:t>
    </dgm:pt>
    <dgm:pt modelId="{EA61132C-BEC0-4970-B2C1-2CE49E843D06}" type="sibTrans" cxnId="{241EB5A8-4FE2-4EE3-BB8E-D0F2949A7019}">
      <dgm:prSet/>
      <dgm:spPr/>
      <dgm:t>
        <a:bodyPr/>
        <a:lstStyle/>
        <a:p>
          <a:endParaRPr lang="en-US"/>
        </a:p>
      </dgm:t>
    </dgm:pt>
    <dgm:pt modelId="{9E91DA96-4315-4A51-B0C5-1A03F0EBC3B1}" type="pres">
      <dgm:prSet presAssocID="{94812552-5723-4AFD-B692-D847A03C9E0A}" presName="root" presStyleCnt="0">
        <dgm:presLayoutVars>
          <dgm:dir/>
          <dgm:resizeHandles val="exact"/>
        </dgm:presLayoutVars>
      </dgm:prSet>
      <dgm:spPr/>
    </dgm:pt>
    <dgm:pt modelId="{F7D352B5-5CB0-412A-B5E4-D422C23585A5}" type="pres">
      <dgm:prSet presAssocID="{8BB6E78C-FD1A-43D9-BB9D-8238A7A3758B}" presName="compNode" presStyleCnt="0"/>
      <dgm:spPr/>
    </dgm:pt>
    <dgm:pt modelId="{9DCC87FE-8629-4C95-819E-7EA9AA99C0C0}" type="pres">
      <dgm:prSet presAssocID="{8BB6E78C-FD1A-43D9-BB9D-8238A7A3758B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248BB272-4001-4421-915E-1EEDE67CE335}" type="pres">
      <dgm:prSet presAssocID="{8BB6E78C-FD1A-43D9-BB9D-8238A7A3758B}" presName="spaceRect" presStyleCnt="0"/>
      <dgm:spPr/>
    </dgm:pt>
    <dgm:pt modelId="{E875D22B-8893-475E-BE7D-1C9D89124F36}" type="pres">
      <dgm:prSet presAssocID="{8BB6E78C-FD1A-43D9-BB9D-8238A7A3758B}" presName="textRect" presStyleLbl="revTx" presStyleIdx="0" presStyleCnt="7">
        <dgm:presLayoutVars>
          <dgm:chMax val="1"/>
          <dgm:chPref val="1"/>
        </dgm:presLayoutVars>
      </dgm:prSet>
      <dgm:spPr/>
    </dgm:pt>
    <dgm:pt modelId="{36981F58-7FA6-4116-B4F5-A677E35CA0E1}" type="pres">
      <dgm:prSet presAssocID="{F5254FBC-0B4F-4CA7-80BF-E8825918686E}" presName="sibTrans" presStyleCnt="0"/>
      <dgm:spPr/>
    </dgm:pt>
    <dgm:pt modelId="{E012335B-EA11-4FF6-A813-795C840FA7E2}" type="pres">
      <dgm:prSet presAssocID="{ECD191E8-8E86-400E-998A-6E17CB381313}" presName="compNode" presStyleCnt="0"/>
      <dgm:spPr/>
    </dgm:pt>
    <dgm:pt modelId="{57300B5C-3FDD-4C32-88A0-7DFCF5FC2495}" type="pres">
      <dgm:prSet presAssocID="{ECD191E8-8E86-400E-998A-6E17CB381313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F5AA36-D5C6-47AF-B632-07006D5ACC7F}" type="pres">
      <dgm:prSet presAssocID="{ECD191E8-8E86-400E-998A-6E17CB381313}" presName="spaceRect" presStyleCnt="0"/>
      <dgm:spPr/>
    </dgm:pt>
    <dgm:pt modelId="{363F5782-9537-4615-9F71-8A9E8A7EE016}" type="pres">
      <dgm:prSet presAssocID="{ECD191E8-8E86-400E-998A-6E17CB381313}" presName="textRect" presStyleLbl="revTx" presStyleIdx="1" presStyleCnt="7">
        <dgm:presLayoutVars>
          <dgm:chMax val="1"/>
          <dgm:chPref val="1"/>
        </dgm:presLayoutVars>
      </dgm:prSet>
      <dgm:spPr/>
    </dgm:pt>
    <dgm:pt modelId="{E60768AC-3C8A-479C-BE3F-2B9BCFE84585}" type="pres">
      <dgm:prSet presAssocID="{11551075-FF10-4DB3-B842-E22FED01A0B0}" presName="sibTrans" presStyleCnt="0"/>
      <dgm:spPr/>
    </dgm:pt>
    <dgm:pt modelId="{CFFF034D-FB46-45A8-92CF-84AB89C1CA9D}" type="pres">
      <dgm:prSet presAssocID="{47CA67A0-1F59-4133-A91D-8EBD353D5D5A}" presName="compNode" presStyleCnt="0"/>
      <dgm:spPr/>
    </dgm:pt>
    <dgm:pt modelId="{33243DF2-3E58-4B85-B09E-7906394FFB2D}" type="pres">
      <dgm:prSet presAssocID="{47CA67A0-1F59-4133-A91D-8EBD353D5D5A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E700A079-FEDC-4982-9787-E5DFF90F2179}" type="pres">
      <dgm:prSet presAssocID="{47CA67A0-1F59-4133-A91D-8EBD353D5D5A}" presName="spaceRect" presStyleCnt="0"/>
      <dgm:spPr/>
    </dgm:pt>
    <dgm:pt modelId="{C3AADF14-953C-4851-B3E1-B6A63B71AB82}" type="pres">
      <dgm:prSet presAssocID="{47CA67A0-1F59-4133-A91D-8EBD353D5D5A}" presName="textRect" presStyleLbl="revTx" presStyleIdx="2" presStyleCnt="7">
        <dgm:presLayoutVars>
          <dgm:chMax val="1"/>
          <dgm:chPref val="1"/>
        </dgm:presLayoutVars>
      </dgm:prSet>
      <dgm:spPr/>
    </dgm:pt>
    <dgm:pt modelId="{20B2C6D9-DB6D-4704-A3E6-0D95D6F79410}" type="pres">
      <dgm:prSet presAssocID="{C338C22E-B9DB-4A5D-B455-BE185E547BDE}" presName="sibTrans" presStyleCnt="0"/>
      <dgm:spPr/>
    </dgm:pt>
    <dgm:pt modelId="{5A0D308F-5536-49E9-9669-9954770F528D}" type="pres">
      <dgm:prSet presAssocID="{E96DEA77-915D-4805-B8C7-D3E77E797E26}" presName="compNode" presStyleCnt="0"/>
      <dgm:spPr/>
    </dgm:pt>
    <dgm:pt modelId="{C0555DB6-CC1D-44A4-B1DC-C0DD1443319A}" type="pres">
      <dgm:prSet presAssocID="{E96DEA77-915D-4805-B8C7-D3E77E797E26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47E8380-E49F-43AF-8ABE-E85E1CD6DC35}" type="pres">
      <dgm:prSet presAssocID="{E96DEA77-915D-4805-B8C7-D3E77E797E26}" presName="spaceRect" presStyleCnt="0"/>
      <dgm:spPr/>
    </dgm:pt>
    <dgm:pt modelId="{F3086FCD-DAF0-48E6-89B8-75A5780DB812}" type="pres">
      <dgm:prSet presAssocID="{E96DEA77-915D-4805-B8C7-D3E77E797E26}" presName="textRect" presStyleLbl="revTx" presStyleIdx="3" presStyleCnt="7">
        <dgm:presLayoutVars>
          <dgm:chMax val="1"/>
          <dgm:chPref val="1"/>
        </dgm:presLayoutVars>
      </dgm:prSet>
      <dgm:spPr/>
    </dgm:pt>
    <dgm:pt modelId="{50893530-AD02-4119-9C1A-C0D888EA3D5E}" type="pres">
      <dgm:prSet presAssocID="{42348337-E8E3-47FB-A627-ABDACD520979}" presName="sibTrans" presStyleCnt="0"/>
      <dgm:spPr/>
    </dgm:pt>
    <dgm:pt modelId="{08D25745-4A3D-4E6E-8B01-CCCE7680D5FB}" type="pres">
      <dgm:prSet presAssocID="{4BD68D05-A930-4C8A-839A-D1B436566A64}" presName="compNode" presStyleCnt="0"/>
      <dgm:spPr/>
    </dgm:pt>
    <dgm:pt modelId="{3EC1F831-3268-429F-9057-CE2213A291DE}" type="pres">
      <dgm:prSet presAssocID="{4BD68D05-A930-4C8A-839A-D1B436566A64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937F107-CCC1-45C6-B699-226C253B2AB4}" type="pres">
      <dgm:prSet presAssocID="{4BD68D05-A930-4C8A-839A-D1B436566A64}" presName="spaceRect" presStyleCnt="0"/>
      <dgm:spPr/>
    </dgm:pt>
    <dgm:pt modelId="{4060C929-A28F-4ED6-A3EA-83AD2FE40D00}" type="pres">
      <dgm:prSet presAssocID="{4BD68D05-A930-4C8A-839A-D1B436566A64}" presName="textRect" presStyleLbl="revTx" presStyleIdx="4" presStyleCnt="7">
        <dgm:presLayoutVars>
          <dgm:chMax val="1"/>
          <dgm:chPref val="1"/>
        </dgm:presLayoutVars>
      </dgm:prSet>
      <dgm:spPr/>
    </dgm:pt>
    <dgm:pt modelId="{371056A9-EBA1-4532-B0CD-C40372311464}" type="pres">
      <dgm:prSet presAssocID="{789DADE2-A866-4AD6-B3CD-A60AD16C6B9F}" presName="sibTrans" presStyleCnt="0"/>
      <dgm:spPr/>
    </dgm:pt>
    <dgm:pt modelId="{33AA2496-FD11-46E2-8446-03D287B28FB9}" type="pres">
      <dgm:prSet presAssocID="{FE55B6FE-3737-44C2-A850-77DF67139B66}" presName="compNode" presStyleCnt="0"/>
      <dgm:spPr/>
    </dgm:pt>
    <dgm:pt modelId="{9D80736C-239C-4072-95E3-F3BC05AD1E24}" type="pres">
      <dgm:prSet presAssocID="{FE55B6FE-3737-44C2-A850-77DF67139B66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48B2952-866A-424B-B084-8CDCA6B690CE}" type="pres">
      <dgm:prSet presAssocID="{FE55B6FE-3737-44C2-A850-77DF67139B66}" presName="spaceRect" presStyleCnt="0"/>
      <dgm:spPr/>
    </dgm:pt>
    <dgm:pt modelId="{0FE66815-6723-4505-AFC0-515E3BFE5D6C}" type="pres">
      <dgm:prSet presAssocID="{FE55B6FE-3737-44C2-A850-77DF67139B66}" presName="textRect" presStyleLbl="revTx" presStyleIdx="5" presStyleCnt="7">
        <dgm:presLayoutVars>
          <dgm:chMax val="1"/>
          <dgm:chPref val="1"/>
        </dgm:presLayoutVars>
      </dgm:prSet>
      <dgm:spPr/>
    </dgm:pt>
    <dgm:pt modelId="{5EADCB24-29F6-4E80-8741-92AF9445A673}" type="pres">
      <dgm:prSet presAssocID="{A213D4C7-E380-4608-8FE3-0E2E080A6B47}" presName="sibTrans" presStyleCnt="0"/>
      <dgm:spPr/>
    </dgm:pt>
    <dgm:pt modelId="{A9E3124E-42BA-4FBA-8BA2-C94B7A48B51D}" type="pres">
      <dgm:prSet presAssocID="{D8648E1C-7D02-4288-8506-59DD5F90C364}" presName="compNode" presStyleCnt="0"/>
      <dgm:spPr/>
    </dgm:pt>
    <dgm:pt modelId="{84C910E5-C3B8-426E-9DA6-86FC4EFB47D9}" type="pres">
      <dgm:prSet presAssocID="{D8648E1C-7D02-4288-8506-59DD5F90C364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5E5DCC39-B00C-4D24-88C1-48DBE339F702}" type="pres">
      <dgm:prSet presAssocID="{D8648E1C-7D02-4288-8506-59DD5F90C364}" presName="spaceRect" presStyleCnt="0"/>
      <dgm:spPr/>
    </dgm:pt>
    <dgm:pt modelId="{5B10C9BB-F03E-44EB-9624-AE578459E797}" type="pres">
      <dgm:prSet presAssocID="{D8648E1C-7D02-4288-8506-59DD5F90C364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9636A025-0541-4DA2-BAFF-C6ECDA5AFA55}" srcId="{94812552-5723-4AFD-B692-D847A03C9E0A}" destId="{8BB6E78C-FD1A-43D9-BB9D-8238A7A3758B}" srcOrd="0" destOrd="0" parTransId="{C547C46E-9B50-4234-8779-3F8283F14F2A}" sibTransId="{F5254FBC-0B4F-4CA7-80BF-E8825918686E}"/>
    <dgm:cxn modelId="{DFAEE827-8943-42FA-8DD1-0B454DE54325}" type="presOf" srcId="{4BD68D05-A930-4C8A-839A-D1B436566A64}" destId="{4060C929-A28F-4ED6-A3EA-83AD2FE40D00}" srcOrd="0" destOrd="0" presId="urn:microsoft.com/office/officeart/2018/2/layout/IconLabelList"/>
    <dgm:cxn modelId="{32DED02C-3D6A-4BB2-B45D-CDA55524FFB1}" srcId="{94812552-5723-4AFD-B692-D847A03C9E0A}" destId="{ECD191E8-8E86-400E-998A-6E17CB381313}" srcOrd="1" destOrd="0" parTransId="{D73E40A1-CCAB-463D-AF22-67840C2F4344}" sibTransId="{11551075-FF10-4DB3-B842-E22FED01A0B0}"/>
    <dgm:cxn modelId="{920EA72F-FD66-4D3C-B31D-EA5CBBA0F279}" type="presOf" srcId="{D8648E1C-7D02-4288-8506-59DD5F90C364}" destId="{5B10C9BB-F03E-44EB-9624-AE578459E797}" srcOrd="0" destOrd="0" presId="urn:microsoft.com/office/officeart/2018/2/layout/IconLabelList"/>
    <dgm:cxn modelId="{FF6C7C5F-BF9A-4C30-93CF-25810EAC451D}" srcId="{94812552-5723-4AFD-B692-D847A03C9E0A}" destId="{FE55B6FE-3737-44C2-A850-77DF67139B66}" srcOrd="5" destOrd="0" parTransId="{C042665B-D45B-432F-9198-FC8C34223AF0}" sibTransId="{A213D4C7-E380-4608-8FE3-0E2E080A6B47}"/>
    <dgm:cxn modelId="{718AB266-243D-4B05-B833-F87E8FE91B29}" srcId="{94812552-5723-4AFD-B692-D847A03C9E0A}" destId="{E96DEA77-915D-4805-B8C7-D3E77E797E26}" srcOrd="3" destOrd="0" parTransId="{A08FC73F-A63B-4250-9F28-B39BA184BEE3}" sibTransId="{42348337-E8E3-47FB-A627-ABDACD520979}"/>
    <dgm:cxn modelId="{5610344F-5EF4-4980-849D-BAEC3925BCAD}" type="presOf" srcId="{FE55B6FE-3737-44C2-A850-77DF67139B66}" destId="{0FE66815-6723-4505-AFC0-515E3BFE5D6C}" srcOrd="0" destOrd="0" presId="urn:microsoft.com/office/officeart/2018/2/layout/IconLabelList"/>
    <dgm:cxn modelId="{512E897E-1F76-483D-B460-C453E868DAAD}" srcId="{94812552-5723-4AFD-B692-D847A03C9E0A}" destId="{47CA67A0-1F59-4133-A91D-8EBD353D5D5A}" srcOrd="2" destOrd="0" parTransId="{4F82A0B5-EDE4-4F2A-A261-3CD1F5893F69}" sibTransId="{C338C22E-B9DB-4A5D-B455-BE185E547BDE}"/>
    <dgm:cxn modelId="{8C1E2D98-7443-441D-894F-3AD44AF72678}" type="presOf" srcId="{94812552-5723-4AFD-B692-D847A03C9E0A}" destId="{9E91DA96-4315-4A51-B0C5-1A03F0EBC3B1}" srcOrd="0" destOrd="0" presId="urn:microsoft.com/office/officeart/2018/2/layout/IconLabelList"/>
    <dgm:cxn modelId="{241EB5A8-4FE2-4EE3-BB8E-D0F2949A7019}" srcId="{94812552-5723-4AFD-B692-D847A03C9E0A}" destId="{D8648E1C-7D02-4288-8506-59DD5F90C364}" srcOrd="6" destOrd="0" parTransId="{E3AD6B93-C3F0-4646-A05B-2D09B4CB377A}" sibTransId="{EA61132C-BEC0-4970-B2C1-2CE49E843D06}"/>
    <dgm:cxn modelId="{CF0522BE-66F5-4D64-8505-84F38C7D7D13}" srcId="{94812552-5723-4AFD-B692-D847A03C9E0A}" destId="{4BD68D05-A930-4C8A-839A-D1B436566A64}" srcOrd="4" destOrd="0" parTransId="{82E6EA1A-AF99-49E7-BAA6-364DCAD48F52}" sibTransId="{789DADE2-A866-4AD6-B3CD-A60AD16C6B9F}"/>
    <dgm:cxn modelId="{1270A9EC-AC04-4F4B-9FCF-0AEF862D601E}" type="presOf" srcId="{8BB6E78C-FD1A-43D9-BB9D-8238A7A3758B}" destId="{E875D22B-8893-475E-BE7D-1C9D89124F36}" srcOrd="0" destOrd="0" presId="urn:microsoft.com/office/officeart/2018/2/layout/IconLabelList"/>
    <dgm:cxn modelId="{685937EE-C655-49CC-9F66-3099D3536724}" type="presOf" srcId="{E96DEA77-915D-4805-B8C7-D3E77E797E26}" destId="{F3086FCD-DAF0-48E6-89B8-75A5780DB812}" srcOrd="0" destOrd="0" presId="urn:microsoft.com/office/officeart/2018/2/layout/IconLabelList"/>
    <dgm:cxn modelId="{000675F0-A870-4842-9798-72AFA9D5A753}" type="presOf" srcId="{ECD191E8-8E86-400E-998A-6E17CB381313}" destId="{363F5782-9537-4615-9F71-8A9E8A7EE016}" srcOrd="0" destOrd="0" presId="urn:microsoft.com/office/officeart/2018/2/layout/IconLabelList"/>
    <dgm:cxn modelId="{A59C6BF3-F7CB-41A0-962B-AF703483E632}" type="presOf" srcId="{47CA67A0-1F59-4133-A91D-8EBD353D5D5A}" destId="{C3AADF14-953C-4851-B3E1-B6A63B71AB82}" srcOrd="0" destOrd="0" presId="urn:microsoft.com/office/officeart/2018/2/layout/IconLabelList"/>
    <dgm:cxn modelId="{AE2B585E-6753-4AEA-A6CF-FCABC0ACF554}" type="presParOf" srcId="{9E91DA96-4315-4A51-B0C5-1A03F0EBC3B1}" destId="{F7D352B5-5CB0-412A-B5E4-D422C23585A5}" srcOrd="0" destOrd="0" presId="urn:microsoft.com/office/officeart/2018/2/layout/IconLabelList"/>
    <dgm:cxn modelId="{DC2FEADF-BA37-4A28-99D3-9DFA739A2BDF}" type="presParOf" srcId="{F7D352B5-5CB0-412A-B5E4-D422C23585A5}" destId="{9DCC87FE-8629-4C95-819E-7EA9AA99C0C0}" srcOrd="0" destOrd="0" presId="urn:microsoft.com/office/officeart/2018/2/layout/IconLabelList"/>
    <dgm:cxn modelId="{C6B4B498-FE02-4B63-9F5B-70828A4594FE}" type="presParOf" srcId="{F7D352B5-5CB0-412A-B5E4-D422C23585A5}" destId="{248BB272-4001-4421-915E-1EEDE67CE335}" srcOrd="1" destOrd="0" presId="urn:microsoft.com/office/officeart/2018/2/layout/IconLabelList"/>
    <dgm:cxn modelId="{3B334EEF-550E-40C4-899C-54952BF9879E}" type="presParOf" srcId="{F7D352B5-5CB0-412A-B5E4-D422C23585A5}" destId="{E875D22B-8893-475E-BE7D-1C9D89124F36}" srcOrd="2" destOrd="0" presId="urn:microsoft.com/office/officeart/2018/2/layout/IconLabelList"/>
    <dgm:cxn modelId="{8C382217-2FC0-4EC1-95B2-C777E9E7128B}" type="presParOf" srcId="{9E91DA96-4315-4A51-B0C5-1A03F0EBC3B1}" destId="{36981F58-7FA6-4116-B4F5-A677E35CA0E1}" srcOrd="1" destOrd="0" presId="urn:microsoft.com/office/officeart/2018/2/layout/IconLabelList"/>
    <dgm:cxn modelId="{9A7973AF-5220-4EB8-BD70-2D2243233B37}" type="presParOf" srcId="{9E91DA96-4315-4A51-B0C5-1A03F0EBC3B1}" destId="{E012335B-EA11-4FF6-A813-795C840FA7E2}" srcOrd="2" destOrd="0" presId="urn:microsoft.com/office/officeart/2018/2/layout/IconLabelList"/>
    <dgm:cxn modelId="{F10C49DE-4003-467A-AA5F-F8E4DF38829F}" type="presParOf" srcId="{E012335B-EA11-4FF6-A813-795C840FA7E2}" destId="{57300B5C-3FDD-4C32-88A0-7DFCF5FC2495}" srcOrd="0" destOrd="0" presId="urn:microsoft.com/office/officeart/2018/2/layout/IconLabelList"/>
    <dgm:cxn modelId="{C81C9C86-23A3-4FA1-9C74-BBB259F0C836}" type="presParOf" srcId="{E012335B-EA11-4FF6-A813-795C840FA7E2}" destId="{A6F5AA36-D5C6-47AF-B632-07006D5ACC7F}" srcOrd="1" destOrd="0" presId="urn:microsoft.com/office/officeart/2018/2/layout/IconLabelList"/>
    <dgm:cxn modelId="{846ECE16-EF89-4219-B897-6B4BABEDA636}" type="presParOf" srcId="{E012335B-EA11-4FF6-A813-795C840FA7E2}" destId="{363F5782-9537-4615-9F71-8A9E8A7EE016}" srcOrd="2" destOrd="0" presId="urn:microsoft.com/office/officeart/2018/2/layout/IconLabelList"/>
    <dgm:cxn modelId="{32E367F1-7AE1-4237-BC7E-B6EF4348A1B7}" type="presParOf" srcId="{9E91DA96-4315-4A51-B0C5-1A03F0EBC3B1}" destId="{E60768AC-3C8A-479C-BE3F-2B9BCFE84585}" srcOrd="3" destOrd="0" presId="urn:microsoft.com/office/officeart/2018/2/layout/IconLabelList"/>
    <dgm:cxn modelId="{F40EEC71-2DE7-4C32-ABFF-FEE62F1CF497}" type="presParOf" srcId="{9E91DA96-4315-4A51-B0C5-1A03F0EBC3B1}" destId="{CFFF034D-FB46-45A8-92CF-84AB89C1CA9D}" srcOrd="4" destOrd="0" presId="urn:microsoft.com/office/officeart/2018/2/layout/IconLabelList"/>
    <dgm:cxn modelId="{EA9FE9A5-5868-4D13-93EC-C6EE48161FBF}" type="presParOf" srcId="{CFFF034D-FB46-45A8-92CF-84AB89C1CA9D}" destId="{33243DF2-3E58-4B85-B09E-7906394FFB2D}" srcOrd="0" destOrd="0" presId="urn:microsoft.com/office/officeart/2018/2/layout/IconLabelList"/>
    <dgm:cxn modelId="{ED34DFBA-E58F-4FBD-80E1-EE1F108AB67F}" type="presParOf" srcId="{CFFF034D-FB46-45A8-92CF-84AB89C1CA9D}" destId="{E700A079-FEDC-4982-9787-E5DFF90F2179}" srcOrd="1" destOrd="0" presId="urn:microsoft.com/office/officeart/2018/2/layout/IconLabelList"/>
    <dgm:cxn modelId="{BA498687-070F-4256-84EF-DA4AC5800FE0}" type="presParOf" srcId="{CFFF034D-FB46-45A8-92CF-84AB89C1CA9D}" destId="{C3AADF14-953C-4851-B3E1-B6A63B71AB82}" srcOrd="2" destOrd="0" presId="urn:microsoft.com/office/officeart/2018/2/layout/IconLabelList"/>
    <dgm:cxn modelId="{5C1C9BDE-01B6-40A7-A9AD-788C2C29A086}" type="presParOf" srcId="{9E91DA96-4315-4A51-B0C5-1A03F0EBC3B1}" destId="{20B2C6D9-DB6D-4704-A3E6-0D95D6F79410}" srcOrd="5" destOrd="0" presId="urn:microsoft.com/office/officeart/2018/2/layout/IconLabelList"/>
    <dgm:cxn modelId="{9089A671-C66B-4DAB-AB75-D8DFE04DEF3E}" type="presParOf" srcId="{9E91DA96-4315-4A51-B0C5-1A03F0EBC3B1}" destId="{5A0D308F-5536-49E9-9669-9954770F528D}" srcOrd="6" destOrd="0" presId="urn:microsoft.com/office/officeart/2018/2/layout/IconLabelList"/>
    <dgm:cxn modelId="{406FDD68-06EB-4C4D-A41D-51D9046FE8DC}" type="presParOf" srcId="{5A0D308F-5536-49E9-9669-9954770F528D}" destId="{C0555DB6-CC1D-44A4-B1DC-C0DD1443319A}" srcOrd="0" destOrd="0" presId="urn:microsoft.com/office/officeart/2018/2/layout/IconLabelList"/>
    <dgm:cxn modelId="{F46948C5-6AEA-435F-B55A-91A6E5204592}" type="presParOf" srcId="{5A0D308F-5536-49E9-9669-9954770F528D}" destId="{147E8380-E49F-43AF-8ABE-E85E1CD6DC35}" srcOrd="1" destOrd="0" presId="urn:microsoft.com/office/officeart/2018/2/layout/IconLabelList"/>
    <dgm:cxn modelId="{1A17E9B7-E846-40FF-8D3A-4E172DBB1CA8}" type="presParOf" srcId="{5A0D308F-5536-49E9-9669-9954770F528D}" destId="{F3086FCD-DAF0-48E6-89B8-75A5780DB812}" srcOrd="2" destOrd="0" presId="urn:microsoft.com/office/officeart/2018/2/layout/IconLabelList"/>
    <dgm:cxn modelId="{34D97501-20BC-4CD8-8D8E-6309D0E91DDF}" type="presParOf" srcId="{9E91DA96-4315-4A51-B0C5-1A03F0EBC3B1}" destId="{50893530-AD02-4119-9C1A-C0D888EA3D5E}" srcOrd="7" destOrd="0" presId="urn:microsoft.com/office/officeart/2018/2/layout/IconLabelList"/>
    <dgm:cxn modelId="{624D8262-252A-4773-B7EB-105B5A61E7FC}" type="presParOf" srcId="{9E91DA96-4315-4A51-B0C5-1A03F0EBC3B1}" destId="{08D25745-4A3D-4E6E-8B01-CCCE7680D5FB}" srcOrd="8" destOrd="0" presId="urn:microsoft.com/office/officeart/2018/2/layout/IconLabelList"/>
    <dgm:cxn modelId="{C58E31E6-A69C-4B7C-A118-353E7BF62011}" type="presParOf" srcId="{08D25745-4A3D-4E6E-8B01-CCCE7680D5FB}" destId="{3EC1F831-3268-429F-9057-CE2213A291DE}" srcOrd="0" destOrd="0" presId="urn:microsoft.com/office/officeart/2018/2/layout/IconLabelList"/>
    <dgm:cxn modelId="{D47EA622-9270-48AB-894D-2A2C467EADAC}" type="presParOf" srcId="{08D25745-4A3D-4E6E-8B01-CCCE7680D5FB}" destId="{1937F107-CCC1-45C6-B699-226C253B2AB4}" srcOrd="1" destOrd="0" presId="urn:microsoft.com/office/officeart/2018/2/layout/IconLabelList"/>
    <dgm:cxn modelId="{217F1BE7-5EC6-4FD1-80D4-80B3D9506B45}" type="presParOf" srcId="{08D25745-4A3D-4E6E-8B01-CCCE7680D5FB}" destId="{4060C929-A28F-4ED6-A3EA-83AD2FE40D00}" srcOrd="2" destOrd="0" presId="urn:microsoft.com/office/officeart/2018/2/layout/IconLabelList"/>
    <dgm:cxn modelId="{BAC21874-F1B5-439C-9918-584314C45D47}" type="presParOf" srcId="{9E91DA96-4315-4A51-B0C5-1A03F0EBC3B1}" destId="{371056A9-EBA1-4532-B0CD-C40372311464}" srcOrd="9" destOrd="0" presId="urn:microsoft.com/office/officeart/2018/2/layout/IconLabelList"/>
    <dgm:cxn modelId="{41994E1D-7ED0-4BFA-A4AD-74A5366C150D}" type="presParOf" srcId="{9E91DA96-4315-4A51-B0C5-1A03F0EBC3B1}" destId="{33AA2496-FD11-46E2-8446-03D287B28FB9}" srcOrd="10" destOrd="0" presId="urn:microsoft.com/office/officeart/2018/2/layout/IconLabelList"/>
    <dgm:cxn modelId="{CC123A4B-6CB8-4976-9B71-C5873B55DB4C}" type="presParOf" srcId="{33AA2496-FD11-46E2-8446-03D287B28FB9}" destId="{9D80736C-239C-4072-95E3-F3BC05AD1E24}" srcOrd="0" destOrd="0" presId="urn:microsoft.com/office/officeart/2018/2/layout/IconLabelList"/>
    <dgm:cxn modelId="{AB1C4105-A261-4195-8D07-C5CC319F7444}" type="presParOf" srcId="{33AA2496-FD11-46E2-8446-03D287B28FB9}" destId="{648B2952-866A-424B-B084-8CDCA6B690CE}" srcOrd="1" destOrd="0" presId="urn:microsoft.com/office/officeart/2018/2/layout/IconLabelList"/>
    <dgm:cxn modelId="{26B1B70A-7040-4143-9A14-2D5E9E00A334}" type="presParOf" srcId="{33AA2496-FD11-46E2-8446-03D287B28FB9}" destId="{0FE66815-6723-4505-AFC0-515E3BFE5D6C}" srcOrd="2" destOrd="0" presId="urn:microsoft.com/office/officeart/2018/2/layout/IconLabelList"/>
    <dgm:cxn modelId="{C350CB04-BD17-4143-8FF2-9805A4E5081A}" type="presParOf" srcId="{9E91DA96-4315-4A51-B0C5-1A03F0EBC3B1}" destId="{5EADCB24-29F6-4E80-8741-92AF9445A673}" srcOrd="11" destOrd="0" presId="urn:microsoft.com/office/officeart/2018/2/layout/IconLabelList"/>
    <dgm:cxn modelId="{967A01D9-D5AF-4A43-BCEC-505CE5D7C001}" type="presParOf" srcId="{9E91DA96-4315-4A51-B0C5-1A03F0EBC3B1}" destId="{A9E3124E-42BA-4FBA-8BA2-C94B7A48B51D}" srcOrd="12" destOrd="0" presId="urn:microsoft.com/office/officeart/2018/2/layout/IconLabelList"/>
    <dgm:cxn modelId="{DC93CF7A-8B0D-4918-BE9E-B314310D7319}" type="presParOf" srcId="{A9E3124E-42BA-4FBA-8BA2-C94B7A48B51D}" destId="{84C910E5-C3B8-426E-9DA6-86FC4EFB47D9}" srcOrd="0" destOrd="0" presId="urn:microsoft.com/office/officeart/2018/2/layout/IconLabelList"/>
    <dgm:cxn modelId="{A391F15F-A1CA-43E3-A6B2-887235717C05}" type="presParOf" srcId="{A9E3124E-42BA-4FBA-8BA2-C94B7A48B51D}" destId="{5E5DCC39-B00C-4D24-88C1-48DBE339F702}" srcOrd="1" destOrd="0" presId="urn:microsoft.com/office/officeart/2018/2/layout/IconLabelList"/>
    <dgm:cxn modelId="{3ED93731-6E2C-4FAB-B04B-47C020F11550}" type="presParOf" srcId="{A9E3124E-42BA-4FBA-8BA2-C94B7A48B51D}" destId="{5B10C9BB-F03E-44EB-9624-AE578459E79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EF018F-73BF-4383-B491-E61DA4EFF020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D9447E0-23F7-4075-B597-F29FED4C1452}">
      <dgm:prSet/>
      <dgm:spPr/>
      <dgm:t>
        <a:bodyPr/>
        <a:lstStyle/>
        <a:p>
          <a:pPr>
            <a:defRPr cap="all"/>
          </a:pPr>
          <a:r>
            <a:rPr lang="en-US"/>
            <a:t>MFA</a:t>
          </a:r>
        </a:p>
      </dgm:t>
    </dgm:pt>
    <dgm:pt modelId="{0A015D7D-ABBA-46EA-90AB-710333C8BB53}" type="parTrans" cxnId="{9C04D63B-056A-463E-80FF-940A1E46DBB2}">
      <dgm:prSet/>
      <dgm:spPr/>
      <dgm:t>
        <a:bodyPr/>
        <a:lstStyle/>
        <a:p>
          <a:endParaRPr lang="en-US"/>
        </a:p>
      </dgm:t>
    </dgm:pt>
    <dgm:pt modelId="{8BC2B35E-08C5-49C6-AD6E-2395A32C277C}" type="sibTrans" cxnId="{9C04D63B-056A-463E-80FF-940A1E46DBB2}">
      <dgm:prSet/>
      <dgm:spPr/>
      <dgm:t>
        <a:bodyPr/>
        <a:lstStyle/>
        <a:p>
          <a:endParaRPr lang="en-US"/>
        </a:p>
      </dgm:t>
    </dgm:pt>
    <dgm:pt modelId="{DCB74F40-D7A7-433F-A1A8-9C5B944C5819}">
      <dgm:prSet/>
      <dgm:spPr/>
      <dgm:t>
        <a:bodyPr/>
        <a:lstStyle/>
        <a:p>
          <a:pPr>
            <a:defRPr cap="all"/>
          </a:pPr>
          <a:r>
            <a:rPr lang="en-US"/>
            <a:t>Strong password policy</a:t>
          </a:r>
        </a:p>
      </dgm:t>
    </dgm:pt>
    <dgm:pt modelId="{3A4BD93C-01D6-4A00-A292-317BE144CD9E}" type="parTrans" cxnId="{02A271B9-CAC6-4633-A45F-47D505F2017A}">
      <dgm:prSet/>
      <dgm:spPr/>
      <dgm:t>
        <a:bodyPr/>
        <a:lstStyle/>
        <a:p>
          <a:endParaRPr lang="en-US"/>
        </a:p>
      </dgm:t>
    </dgm:pt>
    <dgm:pt modelId="{62D2BC4E-20C6-4613-B05A-8E20BD515F35}" type="sibTrans" cxnId="{02A271B9-CAC6-4633-A45F-47D505F2017A}">
      <dgm:prSet/>
      <dgm:spPr/>
      <dgm:t>
        <a:bodyPr/>
        <a:lstStyle/>
        <a:p>
          <a:endParaRPr lang="en-US"/>
        </a:p>
      </dgm:t>
    </dgm:pt>
    <dgm:pt modelId="{9671275C-DBBE-41AA-BE68-38FA12B3B5AE}">
      <dgm:prSet/>
      <dgm:spPr/>
      <dgm:t>
        <a:bodyPr/>
        <a:lstStyle/>
        <a:p>
          <a:pPr>
            <a:defRPr cap="all"/>
          </a:pPr>
          <a:r>
            <a:rPr lang="en-US"/>
            <a:t>Phishing training</a:t>
          </a:r>
        </a:p>
      </dgm:t>
    </dgm:pt>
    <dgm:pt modelId="{3D4B24BC-9330-42C8-A7DC-B33DC1BB0F57}" type="parTrans" cxnId="{EEADDC66-27CC-4A3F-94D5-2234FC84A8A6}">
      <dgm:prSet/>
      <dgm:spPr/>
      <dgm:t>
        <a:bodyPr/>
        <a:lstStyle/>
        <a:p>
          <a:endParaRPr lang="en-US"/>
        </a:p>
      </dgm:t>
    </dgm:pt>
    <dgm:pt modelId="{0262899C-0800-4A02-9C9B-F55E1CA06185}" type="sibTrans" cxnId="{EEADDC66-27CC-4A3F-94D5-2234FC84A8A6}">
      <dgm:prSet/>
      <dgm:spPr/>
      <dgm:t>
        <a:bodyPr/>
        <a:lstStyle/>
        <a:p>
          <a:endParaRPr lang="en-US"/>
        </a:p>
      </dgm:t>
    </dgm:pt>
    <dgm:pt modelId="{A5C83922-7847-4F4A-A155-1419D1FD82D7}">
      <dgm:prSet/>
      <dgm:spPr/>
      <dgm:t>
        <a:bodyPr/>
        <a:lstStyle/>
        <a:p>
          <a:pPr>
            <a:defRPr cap="all"/>
          </a:pPr>
          <a:r>
            <a:rPr lang="en-US"/>
            <a:t>Backups</a:t>
          </a:r>
        </a:p>
      </dgm:t>
    </dgm:pt>
    <dgm:pt modelId="{2AD084A6-E9AE-43A4-928D-7861BAB79C48}" type="parTrans" cxnId="{12FBBFA2-DE72-468C-B613-323E41965D76}">
      <dgm:prSet/>
      <dgm:spPr/>
      <dgm:t>
        <a:bodyPr/>
        <a:lstStyle/>
        <a:p>
          <a:endParaRPr lang="en-US"/>
        </a:p>
      </dgm:t>
    </dgm:pt>
    <dgm:pt modelId="{C3C83474-FF8F-4D08-A90E-D4DC2AAF8EF1}" type="sibTrans" cxnId="{12FBBFA2-DE72-468C-B613-323E41965D76}">
      <dgm:prSet/>
      <dgm:spPr/>
      <dgm:t>
        <a:bodyPr/>
        <a:lstStyle/>
        <a:p>
          <a:endParaRPr lang="en-US"/>
        </a:p>
      </dgm:t>
    </dgm:pt>
    <dgm:pt modelId="{B4366D3F-D9F2-4AE3-981E-1F3FEC04E476}">
      <dgm:prSet/>
      <dgm:spPr/>
      <dgm:t>
        <a:bodyPr/>
        <a:lstStyle/>
        <a:p>
          <a:pPr>
            <a:defRPr cap="all"/>
          </a:pPr>
          <a:r>
            <a:rPr lang="en-US"/>
            <a:t>Antivirus</a:t>
          </a:r>
        </a:p>
      </dgm:t>
    </dgm:pt>
    <dgm:pt modelId="{A4135410-AB88-41C0-B6B5-FF11ACB09BFD}" type="parTrans" cxnId="{DE24701D-CDB5-44A9-8370-33F4BDECC532}">
      <dgm:prSet/>
      <dgm:spPr/>
      <dgm:t>
        <a:bodyPr/>
        <a:lstStyle/>
        <a:p>
          <a:endParaRPr lang="en-US"/>
        </a:p>
      </dgm:t>
    </dgm:pt>
    <dgm:pt modelId="{E5CB074F-AC11-4032-8FDF-BF7468024C50}" type="sibTrans" cxnId="{DE24701D-CDB5-44A9-8370-33F4BDECC532}">
      <dgm:prSet/>
      <dgm:spPr/>
      <dgm:t>
        <a:bodyPr/>
        <a:lstStyle/>
        <a:p>
          <a:endParaRPr lang="en-US"/>
        </a:p>
      </dgm:t>
    </dgm:pt>
    <dgm:pt modelId="{6D58740C-3EF5-4AC7-B638-9031753AD329}">
      <dgm:prSet/>
      <dgm:spPr/>
      <dgm:t>
        <a:bodyPr/>
        <a:lstStyle/>
        <a:p>
          <a:pPr>
            <a:defRPr cap="all"/>
          </a:pPr>
          <a:r>
            <a:rPr lang="en-US"/>
            <a:t>Software updates</a:t>
          </a:r>
        </a:p>
      </dgm:t>
    </dgm:pt>
    <dgm:pt modelId="{B17B06F8-0461-42B2-96C0-712E8184FB0F}" type="parTrans" cxnId="{B5B3D875-7482-4DFF-9D05-8C87C7EC5010}">
      <dgm:prSet/>
      <dgm:spPr/>
      <dgm:t>
        <a:bodyPr/>
        <a:lstStyle/>
        <a:p>
          <a:endParaRPr lang="en-US"/>
        </a:p>
      </dgm:t>
    </dgm:pt>
    <dgm:pt modelId="{2B9C03D6-5ECE-4302-8D3D-CF0BE1FCF0D3}" type="sibTrans" cxnId="{B5B3D875-7482-4DFF-9D05-8C87C7EC5010}">
      <dgm:prSet/>
      <dgm:spPr/>
      <dgm:t>
        <a:bodyPr/>
        <a:lstStyle/>
        <a:p>
          <a:endParaRPr lang="en-US"/>
        </a:p>
      </dgm:t>
    </dgm:pt>
    <dgm:pt modelId="{70A8078F-3B3D-44B3-BFE6-8AB7374A07CB}">
      <dgm:prSet/>
      <dgm:spPr/>
      <dgm:t>
        <a:bodyPr/>
        <a:lstStyle/>
        <a:p>
          <a:pPr>
            <a:defRPr cap="all"/>
          </a:pPr>
          <a:r>
            <a:rPr lang="en-US"/>
            <a:t>Wi-Fi security</a:t>
          </a:r>
        </a:p>
      </dgm:t>
    </dgm:pt>
    <dgm:pt modelId="{0A2892EF-1E40-4744-97A7-3224C161863E}" type="parTrans" cxnId="{39149385-FDED-4D79-A270-23FF0A67C452}">
      <dgm:prSet/>
      <dgm:spPr/>
      <dgm:t>
        <a:bodyPr/>
        <a:lstStyle/>
        <a:p>
          <a:endParaRPr lang="en-US"/>
        </a:p>
      </dgm:t>
    </dgm:pt>
    <dgm:pt modelId="{F7667181-B30F-48DA-ACBD-889A7155C7F2}" type="sibTrans" cxnId="{39149385-FDED-4D79-A270-23FF0A67C452}">
      <dgm:prSet/>
      <dgm:spPr/>
      <dgm:t>
        <a:bodyPr/>
        <a:lstStyle/>
        <a:p>
          <a:endParaRPr lang="en-US"/>
        </a:p>
      </dgm:t>
    </dgm:pt>
    <dgm:pt modelId="{1471E732-72CE-4447-9D33-9843F7DE96CE}" type="pres">
      <dgm:prSet presAssocID="{00EF018F-73BF-4383-B491-E61DA4EFF020}" presName="root" presStyleCnt="0">
        <dgm:presLayoutVars>
          <dgm:dir/>
          <dgm:resizeHandles val="exact"/>
        </dgm:presLayoutVars>
      </dgm:prSet>
      <dgm:spPr/>
    </dgm:pt>
    <dgm:pt modelId="{CFB1355F-C3A3-4BCE-8021-8885A391522F}" type="pres">
      <dgm:prSet presAssocID="{ED9447E0-23F7-4075-B597-F29FED4C1452}" presName="compNode" presStyleCnt="0"/>
      <dgm:spPr/>
    </dgm:pt>
    <dgm:pt modelId="{06C4C5F5-798C-493A-9A28-C48E5D2ACC58}" type="pres">
      <dgm:prSet presAssocID="{ED9447E0-23F7-4075-B597-F29FED4C1452}" presName="iconBgRect" presStyleLbl="bgShp" presStyleIdx="0" presStyleCnt="7"/>
      <dgm:spPr/>
    </dgm:pt>
    <dgm:pt modelId="{5F85399B-D93A-432E-A3EE-0C67059201DC}" type="pres">
      <dgm:prSet presAssocID="{ED9447E0-23F7-4075-B597-F29FED4C1452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501D8803-F3B1-4F5F-A922-C94C1C73858A}" type="pres">
      <dgm:prSet presAssocID="{ED9447E0-23F7-4075-B597-F29FED4C1452}" presName="spaceRect" presStyleCnt="0"/>
      <dgm:spPr/>
    </dgm:pt>
    <dgm:pt modelId="{8582A3E5-CC80-49CE-8D27-3A69EAC8B87E}" type="pres">
      <dgm:prSet presAssocID="{ED9447E0-23F7-4075-B597-F29FED4C1452}" presName="textRect" presStyleLbl="revTx" presStyleIdx="0" presStyleCnt="7">
        <dgm:presLayoutVars>
          <dgm:chMax val="1"/>
          <dgm:chPref val="1"/>
        </dgm:presLayoutVars>
      </dgm:prSet>
      <dgm:spPr/>
    </dgm:pt>
    <dgm:pt modelId="{0E503FF1-7611-4B15-B369-06BD317A14CC}" type="pres">
      <dgm:prSet presAssocID="{8BC2B35E-08C5-49C6-AD6E-2395A32C277C}" presName="sibTrans" presStyleCnt="0"/>
      <dgm:spPr/>
    </dgm:pt>
    <dgm:pt modelId="{AB5CD29B-7470-40FD-B060-3B38801B6DC6}" type="pres">
      <dgm:prSet presAssocID="{DCB74F40-D7A7-433F-A1A8-9C5B944C5819}" presName="compNode" presStyleCnt="0"/>
      <dgm:spPr/>
    </dgm:pt>
    <dgm:pt modelId="{345534B2-7B96-4573-BB75-12222CBF1EB1}" type="pres">
      <dgm:prSet presAssocID="{DCB74F40-D7A7-433F-A1A8-9C5B944C5819}" presName="iconBgRect" presStyleLbl="bgShp" presStyleIdx="1" presStyleCnt="7"/>
      <dgm:spPr/>
    </dgm:pt>
    <dgm:pt modelId="{9342CFEB-86C7-4E4D-9BB2-1E8C911B89D8}" type="pres">
      <dgm:prSet presAssocID="{DCB74F40-D7A7-433F-A1A8-9C5B944C581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2CA7937-C504-4E82-8E08-2E7E3FB77162}" type="pres">
      <dgm:prSet presAssocID="{DCB74F40-D7A7-433F-A1A8-9C5B944C5819}" presName="spaceRect" presStyleCnt="0"/>
      <dgm:spPr/>
    </dgm:pt>
    <dgm:pt modelId="{420C4873-D691-4462-92FA-73C05ACBC0C3}" type="pres">
      <dgm:prSet presAssocID="{DCB74F40-D7A7-433F-A1A8-9C5B944C5819}" presName="textRect" presStyleLbl="revTx" presStyleIdx="1" presStyleCnt="7">
        <dgm:presLayoutVars>
          <dgm:chMax val="1"/>
          <dgm:chPref val="1"/>
        </dgm:presLayoutVars>
      </dgm:prSet>
      <dgm:spPr/>
    </dgm:pt>
    <dgm:pt modelId="{DE64F196-13A3-4464-AA0F-D7E67AE13515}" type="pres">
      <dgm:prSet presAssocID="{62D2BC4E-20C6-4613-B05A-8E20BD515F35}" presName="sibTrans" presStyleCnt="0"/>
      <dgm:spPr/>
    </dgm:pt>
    <dgm:pt modelId="{3C546B55-90B9-4923-9FD5-C5FE396D9C2D}" type="pres">
      <dgm:prSet presAssocID="{9671275C-DBBE-41AA-BE68-38FA12B3B5AE}" presName="compNode" presStyleCnt="0"/>
      <dgm:spPr/>
    </dgm:pt>
    <dgm:pt modelId="{8BC8DE93-ADEA-4654-A2C4-18B021FAA36A}" type="pres">
      <dgm:prSet presAssocID="{9671275C-DBBE-41AA-BE68-38FA12B3B5AE}" presName="iconBgRect" presStyleLbl="bgShp" presStyleIdx="2" presStyleCnt="7"/>
      <dgm:spPr/>
    </dgm:pt>
    <dgm:pt modelId="{4618D3F4-5E7B-436B-9444-9A90E21BE5CF}" type="pres">
      <dgm:prSet presAssocID="{9671275C-DBBE-41AA-BE68-38FA12B3B5AE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48FE3B2-B7AD-4FBE-884A-D922BABD5F19}" type="pres">
      <dgm:prSet presAssocID="{9671275C-DBBE-41AA-BE68-38FA12B3B5AE}" presName="spaceRect" presStyleCnt="0"/>
      <dgm:spPr/>
    </dgm:pt>
    <dgm:pt modelId="{AD9B38FB-74C8-4010-BF8D-C2C76BBD0F83}" type="pres">
      <dgm:prSet presAssocID="{9671275C-DBBE-41AA-BE68-38FA12B3B5AE}" presName="textRect" presStyleLbl="revTx" presStyleIdx="2" presStyleCnt="7">
        <dgm:presLayoutVars>
          <dgm:chMax val="1"/>
          <dgm:chPref val="1"/>
        </dgm:presLayoutVars>
      </dgm:prSet>
      <dgm:spPr/>
    </dgm:pt>
    <dgm:pt modelId="{EFEDD4C5-F464-49BA-A107-7C97F4A25616}" type="pres">
      <dgm:prSet presAssocID="{0262899C-0800-4A02-9C9B-F55E1CA06185}" presName="sibTrans" presStyleCnt="0"/>
      <dgm:spPr/>
    </dgm:pt>
    <dgm:pt modelId="{BA212B00-4A69-40A9-9593-900B87275E8F}" type="pres">
      <dgm:prSet presAssocID="{A5C83922-7847-4F4A-A155-1419D1FD82D7}" presName="compNode" presStyleCnt="0"/>
      <dgm:spPr/>
    </dgm:pt>
    <dgm:pt modelId="{88863BB4-082C-43B0-B510-73F7F03B7B16}" type="pres">
      <dgm:prSet presAssocID="{A5C83922-7847-4F4A-A155-1419D1FD82D7}" presName="iconBgRect" presStyleLbl="bgShp" presStyleIdx="3" presStyleCnt="7"/>
      <dgm:spPr/>
    </dgm:pt>
    <dgm:pt modelId="{4C536792-AFB6-4BBE-9D07-2F4CF6FEC600}" type="pres">
      <dgm:prSet presAssocID="{A5C83922-7847-4F4A-A155-1419D1FD82D7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A0F892-9671-4C5F-8BFE-6BB65E01003B}" type="pres">
      <dgm:prSet presAssocID="{A5C83922-7847-4F4A-A155-1419D1FD82D7}" presName="spaceRect" presStyleCnt="0"/>
      <dgm:spPr/>
    </dgm:pt>
    <dgm:pt modelId="{705F14BD-EF48-478D-8EE1-B832CCEE787D}" type="pres">
      <dgm:prSet presAssocID="{A5C83922-7847-4F4A-A155-1419D1FD82D7}" presName="textRect" presStyleLbl="revTx" presStyleIdx="3" presStyleCnt="7">
        <dgm:presLayoutVars>
          <dgm:chMax val="1"/>
          <dgm:chPref val="1"/>
        </dgm:presLayoutVars>
      </dgm:prSet>
      <dgm:spPr/>
    </dgm:pt>
    <dgm:pt modelId="{32A979EB-C66F-4C71-844D-BD910FE10566}" type="pres">
      <dgm:prSet presAssocID="{C3C83474-FF8F-4D08-A90E-D4DC2AAF8EF1}" presName="sibTrans" presStyleCnt="0"/>
      <dgm:spPr/>
    </dgm:pt>
    <dgm:pt modelId="{4999E27E-CB53-4E99-A4F7-2E090E956C98}" type="pres">
      <dgm:prSet presAssocID="{B4366D3F-D9F2-4AE3-981E-1F3FEC04E476}" presName="compNode" presStyleCnt="0"/>
      <dgm:spPr/>
    </dgm:pt>
    <dgm:pt modelId="{684181B5-2D0C-4E19-872E-BCF5F8F42FB8}" type="pres">
      <dgm:prSet presAssocID="{B4366D3F-D9F2-4AE3-981E-1F3FEC04E476}" presName="iconBgRect" presStyleLbl="bgShp" presStyleIdx="4" presStyleCnt="7"/>
      <dgm:spPr/>
    </dgm:pt>
    <dgm:pt modelId="{8EDBBA0F-5D08-4012-AB19-48D0345CBD30}" type="pres">
      <dgm:prSet presAssocID="{B4366D3F-D9F2-4AE3-981E-1F3FEC04E476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8C34110-D168-424E-AFF0-33E1AFB10B2C}" type="pres">
      <dgm:prSet presAssocID="{B4366D3F-D9F2-4AE3-981E-1F3FEC04E476}" presName="spaceRect" presStyleCnt="0"/>
      <dgm:spPr/>
    </dgm:pt>
    <dgm:pt modelId="{F842B669-22EA-45DF-9691-39F7FF1215A4}" type="pres">
      <dgm:prSet presAssocID="{B4366D3F-D9F2-4AE3-981E-1F3FEC04E476}" presName="textRect" presStyleLbl="revTx" presStyleIdx="4" presStyleCnt="7">
        <dgm:presLayoutVars>
          <dgm:chMax val="1"/>
          <dgm:chPref val="1"/>
        </dgm:presLayoutVars>
      </dgm:prSet>
      <dgm:spPr/>
    </dgm:pt>
    <dgm:pt modelId="{4143ACC0-004E-436D-8E73-6312CDEE93B8}" type="pres">
      <dgm:prSet presAssocID="{E5CB074F-AC11-4032-8FDF-BF7468024C50}" presName="sibTrans" presStyleCnt="0"/>
      <dgm:spPr/>
    </dgm:pt>
    <dgm:pt modelId="{C1F12751-38B8-4B0C-8537-7071A831F121}" type="pres">
      <dgm:prSet presAssocID="{6D58740C-3EF5-4AC7-B638-9031753AD329}" presName="compNode" presStyleCnt="0"/>
      <dgm:spPr/>
    </dgm:pt>
    <dgm:pt modelId="{90BAE5FB-03C1-4B8D-8341-C08E1E2D0BF0}" type="pres">
      <dgm:prSet presAssocID="{6D58740C-3EF5-4AC7-B638-9031753AD329}" presName="iconBgRect" presStyleLbl="bgShp" presStyleIdx="5" presStyleCnt="7"/>
      <dgm:spPr/>
    </dgm:pt>
    <dgm:pt modelId="{002169AF-2730-4242-89D0-1589CAEF0225}" type="pres">
      <dgm:prSet presAssocID="{6D58740C-3EF5-4AC7-B638-9031753AD329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603BDF6-305D-4F23-95D7-E46CB04AE367}" type="pres">
      <dgm:prSet presAssocID="{6D58740C-3EF5-4AC7-B638-9031753AD329}" presName="spaceRect" presStyleCnt="0"/>
      <dgm:spPr/>
    </dgm:pt>
    <dgm:pt modelId="{8FF04305-B863-4592-8267-6BA890774F1D}" type="pres">
      <dgm:prSet presAssocID="{6D58740C-3EF5-4AC7-B638-9031753AD329}" presName="textRect" presStyleLbl="revTx" presStyleIdx="5" presStyleCnt="7">
        <dgm:presLayoutVars>
          <dgm:chMax val="1"/>
          <dgm:chPref val="1"/>
        </dgm:presLayoutVars>
      </dgm:prSet>
      <dgm:spPr/>
    </dgm:pt>
    <dgm:pt modelId="{6F622966-6BA4-42BE-9400-78641DEFDC1B}" type="pres">
      <dgm:prSet presAssocID="{2B9C03D6-5ECE-4302-8D3D-CF0BE1FCF0D3}" presName="sibTrans" presStyleCnt="0"/>
      <dgm:spPr/>
    </dgm:pt>
    <dgm:pt modelId="{6240836A-12D1-467A-AE49-F0A50DA18B0E}" type="pres">
      <dgm:prSet presAssocID="{70A8078F-3B3D-44B3-BFE6-8AB7374A07CB}" presName="compNode" presStyleCnt="0"/>
      <dgm:spPr/>
    </dgm:pt>
    <dgm:pt modelId="{305DECBB-59EE-468F-993C-2755DB1F5903}" type="pres">
      <dgm:prSet presAssocID="{70A8078F-3B3D-44B3-BFE6-8AB7374A07CB}" presName="iconBgRect" presStyleLbl="bgShp" presStyleIdx="6" presStyleCnt="7"/>
      <dgm:spPr/>
    </dgm:pt>
    <dgm:pt modelId="{A7FF4F4D-F322-4D54-BAEF-A31A8335B9E6}" type="pres">
      <dgm:prSet presAssocID="{70A8078F-3B3D-44B3-BFE6-8AB7374A07CB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73A90BBA-60A3-4499-9F80-7532CFFB46D0}" type="pres">
      <dgm:prSet presAssocID="{70A8078F-3B3D-44B3-BFE6-8AB7374A07CB}" presName="spaceRect" presStyleCnt="0"/>
      <dgm:spPr/>
    </dgm:pt>
    <dgm:pt modelId="{16CF9898-B934-4028-9C44-0880655CC3F0}" type="pres">
      <dgm:prSet presAssocID="{70A8078F-3B3D-44B3-BFE6-8AB7374A07C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DE24701D-CDB5-44A9-8370-33F4BDECC532}" srcId="{00EF018F-73BF-4383-B491-E61DA4EFF020}" destId="{B4366D3F-D9F2-4AE3-981E-1F3FEC04E476}" srcOrd="4" destOrd="0" parTransId="{A4135410-AB88-41C0-B6B5-FF11ACB09BFD}" sibTransId="{E5CB074F-AC11-4032-8FDF-BF7468024C50}"/>
    <dgm:cxn modelId="{0D8E4A21-4C11-4B42-A9B1-64563567D50B}" type="presOf" srcId="{A5C83922-7847-4F4A-A155-1419D1FD82D7}" destId="{705F14BD-EF48-478D-8EE1-B832CCEE787D}" srcOrd="0" destOrd="0" presId="urn:microsoft.com/office/officeart/2018/5/layout/IconCircleLabelList"/>
    <dgm:cxn modelId="{DAFBE93A-96DF-4E00-A1B8-9E54433EDAA3}" type="presOf" srcId="{ED9447E0-23F7-4075-B597-F29FED4C1452}" destId="{8582A3E5-CC80-49CE-8D27-3A69EAC8B87E}" srcOrd="0" destOrd="0" presId="urn:microsoft.com/office/officeart/2018/5/layout/IconCircleLabelList"/>
    <dgm:cxn modelId="{9C04D63B-056A-463E-80FF-940A1E46DBB2}" srcId="{00EF018F-73BF-4383-B491-E61DA4EFF020}" destId="{ED9447E0-23F7-4075-B597-F29FED4C1452}" srcOrd="0" destOrd="0" parTransId="{0A015D7D-ABBA-46EA-90AB-710333C8BB53}" sibTransId="{8BC2B35E-08C5-49C6-AD6E-2395A32C277C}"/>
    <dgm:cxn modelId="{EEADDC66-27CC-4A3F-94D5-2234FC84A8A6}" srcId="{00EF018F-73BF-4383-B491-E61DA4EFF020}" destId="{9671275C-DBBE-41AA-BE68-38FA12B3B5AE}" srcOrd="2" destOrd="0" parTransId="{3D4B24BC-9330-42C8-A7DC-B33DC1BB0F57}" sibTransId="{0262899C-0800-4A02-9C9B-F55E1CA06185}"/>
    <dgm:cxn modelId="{B5B3D875-7482-4DFF-9D05-8C87C7EC5010}" srcId="{00EF018F-73BF-4383-B491-E61DA4EFF020}" destId="{6D58740C-3EF5-4AC7-B638-9031753AD329}" srcOrd="5" destOrd="0" parTransId="{B17B06F8-0461-42B2-96C0-712E8184FB0F}" sibTransId="{2B9C03D6-5ECE-4302-8D3D-CF0BE1FCF0D3}"/>
    <dgm:cxn modelId="{02020984-046E-4425-A76E-0C996B436C73}" type="presOf" srcId="{DCB74F40-D7A7-433F-A1A8-9C5B944C5819}" destId="{420C4873-D691-4462-92FA-73C05ACBC0C3}" srcOrd="0" destOrd="0" presId="urn:microsoft.com/office/officeart/2018/5/layout/IconCircleLabelList"/>
    <dgm:cxn modelId="{39149385-FDED-4D79-A270-23FF0A67C452}" srcId="{00EF018F-73BF-4383-B491-E61DA4EFF020}" destId="{70A8078F-3B3D-44B3-BFE6-8AB7374A07CB}" srcOrd="6" destOrd="0" parTransId="{0A2892EF-1E40-4744-97A7-3224C161863E}" sibTransId="{F7667181-B30F-48DA-ACBD-889A7155C7F2}"/>
    <dgm:cxn modelId="{E4121795-5C65-482C-B037-126259D01E38}" type="presOf" srcId="{6D58740C-3EF5-4AC7-B638-9031753AD329}" destId="{8FF04305-B863-4592-8267-6BA890774F1D}" srcOrd="0" destOrd="0" presId="urn:microsoft.com/office/officeart/2018/5/layout/IconCircleLabelList"/>
    <dgm:cxn modelId="{12FBBFA2-DE72-468C-B613-323E41965D76}" srcId="{00EF018F-73BF-4383-B491-E61DA4EFF020}" destId="{A5C83922-7847-4F4A-A155-1419D1FD82D7}" srcOrd="3" destOrd="0" parTransId="{2AD084A6-E9AE-43A4-928D-7861BAB79C48}" sibTransId="{C3C83474-FF8F-4D08-A90E-D4DC2AAF8EF1}"/>
    <dgm:cxn modelId="{B1AEBBA3-1FE1-40B8-90FC-D93513C929F6}" type="presOf" srcId="{70A8078F-3B3D-44B3-BFE6-8AB7374A07CB}" destId="{16CF9898-B934-4028-9C44-0880655CC3F0}" srcOrd="0" destOrd="0" presId="urn:microsoft.com/office/officeart/2018/5/layout/IconCircleLabelList"/>
    <dgm:cxn modelId="{02A271B9-CAC6-4633-A45F-47D505F2017A}" srcId="{00EF018F-73BF-4383-B491-E61DA4EFF020}" destId="{DCB74F40-D7A7-433F-A1A8-9C5B944C5819}" srcOrd="1" destOrd="0" parTransId="{3A4BD93C-01D6-4A00-A292-317BE144CD9E}" sibTransId="{62D2BC4E-20C6-4613-B05A-8E20BD515F35}"/>
    <dgm:cxn modelId="{7A1472BE-CBC2-4CA5-9792-0813085CF3D8}" type="presOf" srcId="{9671275C-DBBE-41AA-BE68-38FA12B3B5AE}" destId="{AD9B38FB-74C8-4010-BF8D-C2C76BBD0F83}" srcOrd="0" destOrd="0" presId="urn:microsoft.com/office/officeart/2018/5/layout/IconCircleLabelList"/>
    <dgm:cxn modelId="{76A87AC0-CFF0-42C3-BCAB-B4ED321820CA}" type="presOf" srcId="{00EF018F-73BF-4383-B491-E61DA4EFF020}" destId="{1471E732-72CE-4447-9D33-9843F7DE96CE}" srcOrd="0" destOrd="0" presId="urn:microsoft.com/office/officeart/2018/5/layout/IconCircleLabelList"/>
    <dgm:cxn modelId="{8A9772ED-E57C-4A82-A560-E6DE4C9C9594}" type="presOf" srcId="{B4366D3F-D9F2-4AE3-981E-1F3FEC04E476}" destId="{F842B669-22EA-45DF-9691-39F7FF1215A4}" srcOrd="0" destOrd="0" presId="urn:microsoft.com/office/officeart/2018/5/layout/IconCircleLabelList"/>
    <dgm:cxn modelId="{7D5B8EBF-00B7-4B79-A889-C4D6F843FEC5}" type="presParOf" srcId="{1471E732-72CE-4447-9D33-9843F7DE96CE}" destId="{CFB1355F-C3A3-4BCE-8021-8885A391522F}" srcOrd="0" destOrd="0" presId="urn:microsoft.com/office/officeart/2018/5/layout/IconCircleLabelList"/>
    <dgm:cxn modelId="{C661BB20-C316-4C46-9477-D9D23D9C4732}" type="presParOf" srcId="{CFB1355F-C3A3-4BCE-8021-8885A391522F}" destId="{06C4C5F5-798C-493A-9A28-C48E5D2ACC58}" srcOrd="0" destOrd="0" presId="urn:microsoft.com/office/officeart/2018/5/layout/IconCircleLabelList"/>
    <dgm:cxn modelId="{8D32FF6C-A018-4130-89B7-E30AD49E4D80}" type="presParOf" srcId="{CFB1355F-C3A3-4BCE-8021-8885A391522F}" destId="{5F85399B-D93A-432E-A3EE-0C67059201DC}" srcOrd="1" destOrd="0" presId="urn:microsoft.com/office/officeart/2018/5/layout/IconCircleLabelList"/>
    <dgm:cxn modelId="{B39A4CF5-34F2-4AE7-820D-E9BAE067CD8B}" type="presParOf" srcId="{CFB1355F-C3A3-4BCE-8021-8885A391522F}" destId="{501D8803-F3B1-4F5F-A922-C94C1C73858A}" srcOrd="2" destOrd="0" presId="urn:microsoft.com/office/officeart/2018/5/layout/IconCircleLabelList"/>
    <dgm:cxn modelId="{7D4198F8-7273-4863-BA72-6D3C8E0BCB4D}" type="presParOf" srcId="{CFB1355F-C3A3-4BCE-8021-8885A391522F}" destId="{8582A3E5-CC80-49CE-8D27-3A69EAC8B87E}" srcOrd="3" destOrd="0" presId="urn:microsoft.com/office/officeart/2018/5/layout/IconCircleLabelList"/>
    <dgm:cxn modelId="{D6F8F357-9898-4D25-9886-6B0F92F97291}" type="presParOf" srcId="{1471E732-72CE-4447-9D33-9843F7DE96CE}" destId="{0E503FF1-7611-4B15-B369-06BD317A14CC}" srcOrd="1" destOrd="0" presId="urn:microsoft.com/office/officeart/2018/5/layout/IconCircleLabelList"/>
    <dgm:cxn modelId="{24C08A19-8741-4091-AB5C-DD7F54B39C97}" type="presParOf" srcId="{1471E732-72CE-4447-9D33-9843F7DE96CE}" destId="{AB5CD29B-7470-40FD-B060-3B38801B6DC6}" srcOrd="2" destOrd="0" presId="urn:microsoft.com/office/officeart/2018/5/layout/IconCircleLabelList"/>
    <dgm:cxn modelId="{15EBC6CB-C8B4-464A-9DCB-5C24894FD1BB}" type="presParOf" srcId="{AB5CD29B-7470-40FD-B060-3B38801B6DC6}" destId="{345534B2-7B96-4573-BB75-12222CBF1EB1}" srcOrd="0" destOrd="0" presId="urn:microsoft.com/office/officeart/2018/5/layout/IconCircleLabelList"/>
    <dgm:cxn modelId="{E7235F86-BD7C-47FB-8781-E9488C257B37}" type="presParOf" srcId="{AB5CD29B-7470-40FD-B060-3B38801B6DC6}" destId="{9342CFEB-86C7-4E4D-9BB2-1E8C911B89D8}" srcOrd="1" destOrd="0" presId="urn:microsoft.com/office/officeart/2018/5/layout/IconCircleLabelList"/>
    <dgm:cxn modelId="{F1406FE8-0697-40F6-8FD9-B8670B0F1B45}" type="presParOf" srcId="{AB5CD29B-7470-40FD-B060-3B38801B6DC6}" destId="{F2CA7937-C504-4E82-8E08-2E7E3FB77162}" srcOrd="2" destOrd="0" presId="urn:microsoft.com/office/officeart/2018/5/layout/IconCircleLabelList"/>
    <dgm:cxn modelId="{12AFDC4A-0333-4587-8A9E-2AA966A6F822}" type="presParOf" srcId="{AB5CD29B-7470-40FD-B060-3B38801B6DC6}" destId="{420C4873-D691-4462-92FA-73C05ACBC0C3}" srcOrd="3" destOrd="0" presId="urn:microsoft.com/office/officeart/2018/5/layout/IconCircleLabelList"/>
    <dgm:cxn modelId="{5816629A-6C4B-494E-B7F7-3A19DB2B024D}" type="presParOf" srcId="{1471E732-72CE-4447-9D33-9843F7DE96CE}" destId="{DE64F196-13A3-4464-AA0F-D7E67AE13515}" srcOrd="3" destOrd="0" presId="urn:microsoft.com/office/officeart/2018/5/layout/IconCircleLabelList"/>
    <dgm:cxn modelId="{A1F262B4-8543-4ADB-9331-1AEF4682E7EE}" type="presParOf" srcId="{1471E732-72CE-4447-9D33-9843F7DE96CE}" destId="{3C546B55-90B9-4923-9FD5-C5FE396D9C2D}" srcOrd="4" destOrd="0" presId="urn:microsoft.com/office/officeart/2018/5/layout/IconCircleLabelList"/>
    <dgm:cxn modelId="{DD99CF25-D8FB-4DD7-A149-9FA38DED51CE}" type="presParOf" srcId="{3C546B55-90B9-4923-9FD5-C5FE396D9C2D}" destId="{8BC8DE93-ADEA-4654-A2C4-18B021FAA36A}" srcOrd="0" destOrd="0" presId="urn:microsoft.com/office/officeart/2018/5/layout/IconCircleLabelList"/>
    <dgm:cxn modelId="{FDCC144F-5C47-4298-BDE3-AE1E49B530BD}" type="presParOf" srcId="{3C546B55-90B9-4923-9FD5-C5FE396D9C2D}" destId="{4618D3F4-5E7B-436B-9444-9A90E21BE5CF}" srcOrd="1" destOrd="0" presId="urn:microsoft.com/office/officeart/2018/5/layout/IconCircleLabelList"/>
    <dgm:cxn modelId="{F33D1F29-D32A-43DC-B549-21D7B2AA86B5}" type="presParOf" srcId="{3C546B55-90B9-4923-9FD5-C5FE396D9C2D}" destId="{548FE3B2-B7AD-4FBE-884A-D922BABD5F19}" srcOrd="2" destOrd="0" presId="urn:microsoft.com/office/officeart/2018/5/layout/IconCircleLabelList"/>
    <dgm:cxn modelId="{F2AAC2BF-0CD6-4258-8F5C-ED44679CFE1D}" type="presParOf" srcId="{3C546B55-90B9-4923-9FD5-C5FE396D9C2D}" destId="{AD9B38FB-74C8-4010-BF8D-C2C76BBD0F83}" srcOrd="3" destOrd="0" presId="urn:microsoft.com/office/officeart/2018/5/layout/IconCircleLabelList"/>
    <dgm:cxn modelId="{57A9004F-77D0-4381-B199-938EA04017B0}" type="presParOf" srcId="{1471E732-72CE-4447-9D33-9843F7DE96CE}" destId="{EFEDD4C5-F464-49BA-A107-7C97F4A25616}" srcOrd="5" destOrd="0" presId="urn:microsoft.com/office/officeart/2018/5/layout/IconCircleLabelList"/>
    <dgm:cxn modelId="{8DF42FF1-B68D-4BD3-98F4-14882693207F}" type="presParOf" srcId="{1471E732-72CE-4447-9D33-9843F7DE96CE}" destId="{BA212B00-4A69-40A9-9593-900B87275E8F}" srcOrd="6" destOrd="0" presId="urn:microsoft.com/office/officeart/2018/5/layout/IconCircleLabelList"/>
    <dgm:cxn modelId="{3C64E2BD-D7AE-4366-BED3-0AD9DA0CFE85}" type="presParOf" srcId="{BA212B00-4A69-40A9-9593-900B87275E8F}" destId="{88863BB4-082C-43B0-B510-73F7F03B7B16}" srcOrd="0" destOrd="0" presId="urn:microsoft.com/office/officeart/2018/5/layout/IconCircleLabelList"/>
    <dgm:cxn modelId="{C9F83469-478E-4124-807D-C33C6492266C}" type="presParOf" srcId="{BA212B00-4A69-40A9-9593-900B87275E8F}" destId="{4C536792-AFB6-4BBE-9D07-2F4CF6FEC600}" srcOrd="1" destOrd="0" presId="urn:microsoft.com/office/officeart/2018/5/layout/IconCircleLabelList"/>
    <dgm:cxn modelId="{32491E58-5B5D-4F8F-9631-545814ACE417}" type="presParOf" srcId="{BA212B00-4A69-40A9-9593-900B87275E8F}" destId="{D0A0F892-9671-4C5F-8BFE-6BB65E01003B}" srcOrd="2" destOrd="0" presId="urn:microsoft.com/office/officeart/2018/5/layout/IconCircleLabelList"/>
    <dgm:cxn modelId="{2346C86A-CC32-4D2A-802F-D74C7902023C}" type="presParOf" srcId="{BA212B00-4A69-40A9-9593-900B87275E8F}" destId="{705F14BD-EF48-478D-8EE1-B832CCEE787D}" srcOrd="3" destOrd="0" presId="urn:microsoft.com/office/officeart/2018/5/layout/IconCircleLabelList"/>
    <dgm:cxn modelId="{25B11C82-B5E4-4FDD-9226-1954519B59AA}" type="presParOf" srcId="{1471E732-72CE-4447-9D33-9843F7DE96CE}" destId="{32A979EB-C66F-4C71-844D-BD910FE10566}" srcOrd="7" destOrd="0" presId="urn:microsoft.com/office/officeart/2018/5/layout/IconCircleLabelList"/>
    <dgm:cxn modelId="{C8DF40B9-5EF1-4FD5-9E65-CDC7441A0FC8}" type="presParOf" srcId="{1471E732-72CE-4447-9D33-9843F7DE96CE}" destId="{4999E27E-CB53-4E99-A4F7-2E090E956C98}" srcOrd="8" destOrd="0" presId="urn:microsoft.com/office/officeart/2018/5/layout/IconCircleLabelList"/>
    <dgm:cxn modelId="{F1D3F52B-CA37-408C-AE4B-D02D7AB41128}" type="presParOf" srcId="{4999E27E-CB53-4E99-A4F7-2E090E956C98}" destId="{684181B5-2D0C-4E19-872E-BCF5F8F42FB8}" srcOrd="0" destOrd="0" presId="urn:microsoft.com/office/officeart/2018/5/layout/IconCircleLabelList"/>
    <dgm:cxn modelId="{498E819E-75A8-4443-B830-578F598F062F}" type="presParOf" srcId="{4999E27E-CB53-4E99-A4F7-2E090E956C98}" destId="{8EDBBA0F-5D08-4012-AB19-48D0345CBD30}" srcOrd="1" destOrd="0" presId="urn:microsoft.com/office/officeart/2018/5/layout/IconCircleLabelList"/>
    <dgm:cxn modelId="{B40938A4-5AE6-4FC3-8198-D1104A1A211A}" type="presParOf" srcId="{4999E27E-CB53-4E99-A4F7-2E090E956C98}" destId="{E8C34110-D168-424E-AFF0-33E1AFB10B2C}" srcOrd="2" destOrd="0" presId="urn:microsoft.com/office/officeart/2018/5/layout/IconCircleLabelList"/>
    <dgm:cxn modelId="{E840F8FE-61CB-43CD-B3CC-16EFC7063680}" type="presParOf" srcId="{4999E27E-CB53-4E99-A4F7-2E090E956C98}" destId="{F842B669-22EA-45DF-9691-39F7FF1215A4}" srcOrd="3" destOrd="0" presId="urn:microsoft.com/office/officeart/2018/5/layout/IconCircleLabelList"/>
    <dgm:cxn modelId="{DF24A7EF-46E7-4532-87AF-26C49175863C}" type="presParOf" srcId="{1471E732-72CE-4447-9D33-9843F7DE96CE}" destId="{4143ACC0-004E-436D-8E73-6312CDEE93B8}" srcOrd="9" destOrd="0" presId="urn:microsoft.com/office/officeart/2018/5/layout/IconCircleLabelList"/>
    <dgm:cxn modelId="{4700871B-9DFB-4BCB-85B7-0894E21AD698}" type="presParOf" srcId="{1471E732-72CE-4447-9D33-9843F7DE96CE}" destId="{C1F12751-38B8-4B0C-8537-7071A831F121}" srcOrd="10" destOrd="0" presId="urn:microsoft.com/office/officeart/2018/5/layout/IconCircleLabelList"/>
    <dgm:cxn modelId="{1133E5BC-6016-4344-8E5B-14D5B7FA7C80}" type="presParOf" srcId="{C1F12751-38B8-4B0C-8537-7071A831F121}" destId="{90BAE5FB-03C1-4B8D-8341-C08E1E2D0BF0}" srcOrd="0" destOrd="0" presId="urn:microsoft.com/office/officeart/2018/5/layout/IconCircleLabelList"/>
    <dgm:cxn modelId="{E3B1B7D5-78AA-4CE3-9461-EE5C9F117257}" type="presParOf" srcId="{C1F12751-38B8-4B0C-8537-7071A831F121}" destId="{002169AF-2730-4242-89D0-1589CAEF0225}" srcOrd="1" destOrd="0" presId="urn:microsoft.com/office/officeart/2018/5/layout/IconCircleLabelList"/>
    <dgm:cxn modelId="{D57B2AF9-8218-4C2B-9A2A-CD34A0D4056F}" type="presParOf" srcId="{C1F12751-38B8-4B0C-8537-7071A831F121}" destId="{1603BDF6-305D-4F23-95D7-E46CB04AE367}" srcOrd="2" destOrd="0" presId="urn:microsoft.com/office/officeart/2018/5/layout/IconCircleLabelList"/>
    <dgm:cxn modelId="{DA797D4D-D95E-48EA-8625-3EA60C0908B6}" type="presParOf" srcId="{C1F12751-38B8-4B0C-8537-7071A831F121}" destId="{8FF04305-B863-4592-8267-6BA890774F1D}" srcOrd="3" destOrd="0" presId="urn:microsoft.com/office/officeart/2018/5/layout/IconCircleLabelList"/>
    <dgm:cxn modelId="{D0B86E0F-BEC2-4B0D-9CD4-600F707E19FD}" type="presParOf" srcId="{1471E732-72CE-4447-9D33-9843F7DE96CE}" destId="{6F622966-6BA4-42BE-9400-78641DEFDC1B}" srcOrd="11" destOrd="0" presId="urn:microsoft.com/office/officeart/2018/5/layout/IconCircleLabelList"/>
    <dgm:cxn modelId="{873502B6-3705-4DE1-818A-FB35CBF90E0B}" type="presParOf" srcId="{1471E732-72CE-4447-9D33-9843F7DE96CE}" destId="{6240836A-12D1-467A-AE49-F0A50DA18B0E}" srcOrd="12" destOrd="0" presId="urn:microsoft.com/office/officeart/2018/5/layout/IconCircleLabelList"/>
    <dgm:cxn modelId="{AA25C2D3-8A2C-40C1-A806-32A1A7EF2887}" type="presParOf" srcId="{6240836A-12D1-467A-AE49-F0A50DA18B0E}" destId="{305DECBB-59EE-468F-993C-2755DB1F5903}" srcOrd="0" destOrd="0" presId="urn:microsoft.com/office/officeart/2018/5/layout/IconCircleLabelList"/>
    <dgm:cxn modelId="{2413B7BE-776F-446C-AD07-103CB15A6748}" type="presParOf" srcId="{6240836A-12D1-467A-AE49-F0A50DA18B0E}" destId="{A7FF4F4D-F322-4D54-BAEF-A31A8335B9E6}" srcOrd="1" destOrd="0" presId="urn:microsoft.com/office/officeart/2018/5/layout/IconCircleLabelList"/>
    <dgm:cxn modelId="{540D0D33-8C45-4B9E-B181-BA1E9D960332}" type="presParOf" srcId="{6240836A-12D1-467A-AE49-F0A50DA18B0E}" destId="{73A90BBA-60A3-4499-9F80-7532CFFB46D0}" srcOrd="2" destOrd="0" presId="urn:microsoft.com/office/officeart/2018/5/layout/IconCircleLabelList"/>
    <dgm:cxn modelId="{C7F6DDC1-9FA5-42F1-846E-77F76687A244}" type="presParOf" srcId="{6240836A-12D1-467A-AE49-F0A50DA18B0E}" destId="{16CF9898-B934-4028-9C44-0880655CC3F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8CC9E-DAA1-4D2C-A295-D6897A5B2C48}">
      <dsp:nvSpPr>
        <dsp:cNvPr id="0" name=""/>
        <dsp:cNvSpPr/>
      </dsp:nvSpPr>
      <dsp:spPr>
        <a:xfrm>
          <a:off x="1387448" y="343948"/>
          <a:ext cx="1004096" cy="10040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15FD3-7735-4308-A8AF-5B78564A94AD}">
      <dsp:nvSpPr>
        <dsp:cNvPr id="0" name=""/>
        <dsp:cNvSpPr/>
      </dsp:nvSpPr>
      <dsp:spPr>
        <a:xfrm>
          <a:off x="773834" y="1668084"/>
          <a:ext cx="22313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Small online clothing retailer</a:t>
          </a:r>
        </a:p>
      </dsp:txBody>
      <dsp:txXfrm>
        <a:off x="773834" y="1668084"/>
        <a:ext cx="2231325" cy="720000"/>
      </dsp:txXfrm>
    </dsp:sp>
    <dsp:sp modelId="{101CB4C4-B086-4BC5-9FFF-62DA59C37F14}">
      <dsp:nvSpPr>
        <dsp:cNvPr id="0" name=""/>
        <dsp:cNvSpPr/>
      </dsp:nvSpPr>
      <dsp:spPr>
        <a:xfrm>
          <a:off x="4009255" y="343948"/>
          <a:ext cx="1004096" cy="10040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785BF-E606-4337-BE7B-A3B4550788CB}">
      <dsp:nvSpPr>
        <dsp:cNvPr id="0" name=""/>
        <dsp:cNvSpPr/>
      </dsp:nvSpPr>
      <dsp:spPr>
        <a:xfrm>
          <a:off x="3395640" y="1668084"/>
          <a:ext cx="22313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website, payment platform, email, cloud storage</a:t>
          </a:r>
        </a:p>
      </dsp:txBody>
      <dsp:txXfrm>
        <a:off x="3395640" y="1668084"/>
        <a:ext cx="2231325" cy="720000"/>
      </dsp:txXfrm>
    </dsp:sp>
    <dsp:sp modelId="{3B2EDABC-68B8-44D0-B8F1-611CE1B903AA}">
      <dsp:nvSpPr>
        <dsp:cNvPr id="0" name=""/>
        <dsp:cNvSpPr/>
      </dsp:nvSpPr>
      <dsp:spPr>
        <a:xfrm>
          <a:off x="2698351" y="2945915"/>
          <a:ext cx="1004096" cy="10040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335AA-F560-4C3E-A877-F06CBBE2A322}">
      <dsp:nvSpPr>
        <dsp:cNvPr id="0" name=""/>
        <dsp:cNvSpPr/>
      </dsp:nvSpPr>
      <dsp:spPr>
        <a:xfrm>
          <a:off x="2084737" y="4270051"/>
          <a:ext cx="22313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Handles customer information and online transactions</a:t>
          </a:r>
        </a:p>
      </dsp:txBody>
      <dsp:txXfrm>
        <a:off x="2084737" y="4270051"/>
        <a:ext cx="223132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C87FE-8629-4C95-819E-7EA9AA99C0C0}">
      <dsp:nvSpPr>
        <dsp:cNvPr id="0" name=""/>
        <dsp:cNvSpPr/>
      </dsp:nvSpPr>
      <dsp:spPr>
        <a:xfrm>
          <a:off x="783430" y="443061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5D22B-8893-475E-BE7D-1C9D89124F36}">
      <dsp:nvSpPr>
        <dsp:cNvPr id="0" name=""/>
        <dsp:cNvSpPr/>
      </dsp:nvSpPr>
      <dsp:spPr>
        <a:xfrm>
          <a:off x="378826" y="136117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E-commerce website </a:t>
          </a:r>
          <a:endParaRPr lang="en-US" sz="2100" kern="1200"/>
        </a:p>
      </dsp:txBody>
      <dsp:txXfrm>
        <a:off x="378826" y="1361173"/>
        <a:ext cx="1471289" cy="588515"/>
      </dsp:txXfrm>
    </dsp:sp>
    <dsp:sp modelId="{57300B5C-3FDD-4C32-88A0-7DFCF5FC2495}">
      <dsp:nvSpPr>
        <dsp:cNvPr id="0" name=""/>
        <dsp:cNvSpPr/>
      </dsp:nvSpPr>
      <dsp:spPr>
        <a:xfrm>
          <a:off x="2512195" y="443061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F5782-9537-4615-9F71-8A9E8A7EE016}">
      <dsp:nvSpPr>
        <dsp:cNvPr id="0" name=""/>
        <dsp:cNvSpPr/>
      </dsp:nvSpPr>
      <dsp:spPr>
        <a:xfrm>
          <a:off x="2107590" y="136117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Customer database </a:t>
          </a:r>
          <a:endParaRPr lang="en-US" sz="2100" kern="1200"/>
        </a:p>
      </dsp:txBody>
      <dsp:txXfrm>
        <a:off x="2107590" y="1361173"/>
        <a:ext cx="1471289" cy="588515"/>
      </dsp:txXfrm>
    </dsp:sp>
    <dsp:sp modelId="{33243DF2-3E58-4B85-B09E-7906394FFB2D}">
      <dsp:nvSpPr>
        <dsp:cNvPr id="0" name=""/>
        <dsp:cNvSpPr/>
      </dsp:nvSpPr>
      <dsp:spPr>
        <a:xfrm>
          <a:off x="4240959" y="443061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ADF14-953C-4851-B3E1-B6A63B71AB82}">
      <dsp:nvSpPr>
        <dsp:cNvPr id="0" name=""/>
        <dsp:cNvSpPr/>
      </dsp:nvSpPr>
      <dsp:spPr>
        <a:xfrm>
          <a:off x="3836355" y="136117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Payment processor </a:t>
          </a:r>
          <a:endParaRPr lang="en-US" sz="2100" kern="1200"/>
        </a:p>
      </dsp:txBody>
      <dsp:txXfrm>
        <a:off x="3836355" y="1361173"/>
        <a:ext cx="1471289" cy="588515"/>
      </dsp:txXfrm>
    </dsp:sp>
    <dsp:sp modelId="{C0555DB6-CC1D-44A4-B1DC-C0DD1443319A}">
      <dsp:nvSpPr>
        <dsp:cNvPr id="0" name=""/>
        <dsp:cNvSpPr/>
      </dsp:nvSpPr>
      <dsp:spPr>
        <a:xfrm>
          <a:off x="5969724" y="443061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086FCD-DAF0-48E6-89B8-75A5780DB812}">
      <dsp:nvSpPr>
        <dsp:cNvPr id="0" name=""/>
        <dsp:cNvSpPr/>
      </dsp:nvSpPr>
      <dsp:spPr>
        <a:xfrm>
          <a:off x="5565120" y="136117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Employee laptops </a:t>
          </a:r>
          <a:endParaRPr lang="en-US" sz="2100" kern="1200"/>
        </a:p>
      </dsp:txBody>
      <dsp:txXfrm>
        <a:off x="5565120" y="1361173"/>
        <a:ext cx="1471289" cy="588515"/>
      </dsp:txXfrm>
    </dsp:sp>
    <dsp:sp modelId="{3EC1F831-3268-429F-9057-CE2213A291DE}">
      <dsp:nvSpPr>
        <dsp:cNvPr id="0" name=""/>
        <dsp:cNvSpPr/>
      </dsp:nvSpPr>
      <dsp:spPr>
        <a:xfrm>
          <a:off x="7698489" y="443061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0C929-A28F-4ED6-A3EA-83AD2FE40D00}">
      <dsp:nvSpPr>
        <dsp:cNvPr id="0" name=""/>
        <dsp:cNvSpPr/>
      </dsp:nvSpPr>
      <dsp:spPr>
        <a:xfrm>
          <a:off x="7293884" y="136117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Company email </a:t>
          </a:r>
          <a:endParaRPr lang="en-US" sz="2100" kern="1200"/>
        </a:p>
      </dsp:txBody>
      <dsp:txXfrm>
        <a:off x="7293884" y="1361173"/>
        <a:ext cx="1471289" cy="588515"/>
      </dsp:txXfrm>
    </dsp:sp>
    <dsp:sp modelId="{9D80736C-239C-4072-95E3-F3BC05AD1E24}">
      <dsp:nvSpPr>
        <dsp:cNvPr id="0" name=""/>
        <dsp:cNvSpPr/>
      </dsp:nvSpPr>
      <dsp:spPr>
        <a:xfrm>
          <a:off x="3376577" y="2317511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66815-6723-4505-AFC0-515E3BFE5D6C}">
      <dsp:nvSpPr>
        <dsp:cNvPr id="0" name=""/>
        <dsp:cNvSpPr/>
      </dsp:nvSpPr>
      <dsp:spPr>
        <a:xfrm>
          <a:off x="2971973" y="323562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Cloud storage </a:t>
          </a:r>
          <a:endParaRPr lang="en-US" sz="2100" kern="1200"/>
        </a:p>
      </dsp:txBody>
      <dsp:txXfrm>
        <a:off x="2971973" y="3235623"/>
        <a:ext cx="1471289" cy="588515"/>
      </dsp:txXfrm>
    </dsp:sp>
    <dsp:sp modelId="{84C910E5-C3B8-426E-9DA6-86FC4EFB47D9}">
      <dsp:nvSpPr>
        <dsp:cNvPr id="0" name=""/>
        <dsp:cNvSpPr/>
      </dsp:nvSpPr>
      <dsp:spPr>
        <a:xfrm>
          <a:off x="5105342" y="2317511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0C9BB-F03E-44EB-9624-AE578459E797}">
      <dsp:nvSpPr>
        <dsp:cNvPr id="0" name=""/>
        <dsp:cNvSpPr/>
      </dsp:nvSpPr>
      <dsp:spPr>
        <a:xfrm>
          <a:off x="4700737" y="323562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Wi-Fi network </a:t>
          </a:r>
          <a:endParaRPr lang="en-US" sz="2100" kern="1200"/>
        </a:p>
      </dsp:txBody>
      <dsp:txXfrm>
        <a:off x="4700737" y="3235623"/>
        <a:ext cx="1471289" cy="5885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4C5F5-798C-493A-9A28-C48E5D2ACC58}">
      <dsp:nvSpPr>
        <dsp:cNvPr id="0" name=""/>
        <dsp:cNvSpPr/>
      </dsp:nvSpPr>
      <dsp:spPr>
        <a:xfrm>
          <a:off x="1243001" y="142"/>
          <a:ext cx="982195" cy="98219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5399B-D93A-432E-A3EE-0C67059201DC}">
      <dsp:nvSpPr>
        <dsp:cNvPr id="0" name=""/>
        <dsp:cNvSpPr/>
      </dsp:nvSpPr>
      <dsp:spPr>
        <a:xfrm>
          <a:off x="1452322" y="209463"/>
          <a:ext cx="563554" cy="5635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2A3E5-CC80-49CE-8D27-3A69EAC8B87E}">
      <dsp:nvSpPr>
        <dsp:cNvPr id="0" name=""/>
        <dsp:cNvSpPr/>
      </dsp:nvSpPr>
      <dsp:spPr>
        <a:xfrm>
          <a:off x="929021" y="1288267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MFA</a:t>
          </a:r>
        </a:p>
      </dsp:txBody>
      <dsp:txXfrm>
        <a:off x="929021" y="1288267"/>
        <a:ext cx="1610156" cy="644062"/>
      </dsp:txXfrm>
    </dsp:sp>
    <dsp:sp modelId="{345534B2-7B96-4573-BB75-12222CBF1EB1}">
      <dsp:nvSpPr>
        <dsp:cNvPr id="0" name=""/>
        <dsp:cNvSpPr/>
      </dsp:nvSpPr>
      <dsp:spPr>
        <a:xfrm>
          <a:off x="3134935" y="142"/>
          <a:ext cx="982195" cy="98219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42CFEB-86C7-4E4D-9BB2-1E8C911B89D8}">
      <dsp:nvSpPr>
        <dsp:cNvPr id="0" name=""/>
        <dsp:cNvSpPr/>
      </dsp:nvSpPr>
      <dsp:spPr>
        <a:xfrm>
          <a:off x="3344255" y="209463"/>
          <a:ext cx="563554" cy="5635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C4873-D691-4462-92FA-73C05ACBC0C3}">
      <dsp:nvSpPr>
        <dsp:cNvPr id="0" name=""/>
        <dsp:cNvSpPr/>
      </dsp:nvSpPr>
      <dsp:spPr>
        <a:xfrm>
          <a:off x="2820955" y="1288267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Strong password policy</a:t>
          </a:r>
        </a:p>
      </dsp:txBody>
      <dsp:txXfrm>
        <a:off x="2820955" y="1288267"/>
        <a:ext cx="1610156" cy="644062"/>
      </dsp:txXfrm>
    </dsp:sp>
    <dsp:sp modelId="{8BC8DE93-ADEA-4654-A2C4-18B021FAA36A}">
      <dsp:nvSpPr>
        <dsp:cNvPr id="0" name=""/>
        <dsp:cNvSpPr/>
      </dsp:nvSpPr>
      <dsp:spPr>
        <a:xfrm>
          <a:off x="5026869" y="142"/>
          <a:ext cx="982195" cy="98219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8D3F4-5E7B-436B-9444-9A90E21BE5CF}">
      <dsp:nvSpPr>
        <dsp:cNvPr id="0" name=""/>
        <dsp:cNvSpPr/>
      </dsp:nvSpPr>
      <dsp:spPr>
        <a:xfrm>
          <a:off x="5236189" y="209463"/>
          <a:ext cx="563554" cy="5635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B38FB-74C8-4010-BF8D-C2C76BBD0F83}">
      <dsp:nvSpPr>
        <dsp:cNvPr id="0" name=""/>
        <dsp:cNvSpPr/>
      </dsp:nvSpPr>
      <dsp:spPr>
        <a:xfrm>
          <a:off x="4712888" y="1288267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Phishing training</a:t>
          </a:r>
        </a:p>
      </dsp:txBody>
      <dsp:txXfrm>
        <a:off x="4712888" y="1288267"/>
        <a:ext cx="1610156" cy="644062"/>
      </dsp:txXfrm>
    </dsp:sp>
    <dsp:sp modelId="{88863BB4-082C-43B0-B510-73F7F03B7B16}">
      <dsp:nvSpPr>
        <dsp:cNvPr id="0" name=""/>
        <dsp:cNvSpPr/>
      </dsp:nvSpPr>
      <dsp:spPr>
        <a:xfrm>
          <a:off x="6918802" y="142"/>
          <a:ext cx="982195" cy="98219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36792-AFB6-4BBE-9D07-2F4CF6FEC600}">
      <dsp:nvSpPr>
        <dsp:cNvPr id="0" name=""/>
        <dsp:cNvSpPr/>
      </dsp:nvSpPr>
      <dsp:spPr>
        <a:xfrm>
          <a:off x="7128123" y="209463"/>
          <a:ext cx="563554" cy="5635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F14BD-EF48-478D-8EE1-B832CCEE787D}">
      <dsp:nvSpPr>
        <dsp:cNvPr id="0" name=""/>
        <dsp:cNvSpPr/>
      </dsp:nvSpPr>
      <dsp:spPr>
        <a:xfrm>
          <a:off x="6604822" y="1288267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Backups</a:t>
          </a:r>
        </a:p>
      </dsp:txBody>
      <dsp:txXfrm>
        <a:off x="6604822" y="1288267"/>
        <a:ext cx="1610156" cy="644062"/>
      </dsp:txXfrm>
    </dsp:sp>
    <dsp:sp modelId="{684181B5-2D0C-4E19-872E-BCF5F8F42FB8}">
      <dsp:nvSpPr>
        <dsp:cNvPr id="0" name=""/>
        <dsp:cNvSpPr/>
      </dsp:nvSpPr>
      <dsp:spPr>
        <a:xfrm>
          <a:off x="2188968" y="2334869"/>
          <a:ext cx="982195" cy="98219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BBA0F-5D08-4012-AB19-48D0345CBD30}">
      <dsp:nvSpPr>
        <dsp:cNvPr id="0" name=""/>
        <dsp:cNvSpPr/>
      </dsp:nvSpPr>
      <dsp:spPr>
        <a:xfrm>
          <a:off x="2398289" y="2544189"/>
          <a:ext cx="563554" cy="5635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2B669-22EA-45DF-9691-39F7FF1215A4}">
      <dsp:nvSpPr>
        <dsp:cNvPr id="0" name=""/>
        <dsp:cNvSpPr/>
      </dsp:nvSpPr>
      <dsp:spPr>
        <a:xfrm>
          <a:off x="1874988" y="3622994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Antivirus</a:t>
          </a:r>
        </a:p>
      </dsp:txBody>
      <dsp:txXfrm>
        <a:off x="1874988" y="3622994"/>
        <a:ext cx="1610156" cy="644062"/>
      </dsp:txXfrm>
    </dsp:sp>
    <dsp:sp modelId="{90BAE5FB-03C1-4B8D-8341-C08E1E2D0BF0}">
      <dsp:nvSpPr>
        <dsp:cNvPr id="0" name=""/>
        <dsp:cNvSpPr/>
      </dsp:nvSpPr>
      <dsp:spPr>
        <a:xfrm>
          <a:off x="4080902" y="2334869"/>
          <a:ext cx="982195" cy="98219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2169AF-2730-4242-89D0-1589CAEF0225}">
      <dsp:nvSpPr>
        <dsp:cNvPr id="0" name=""/>
        <dsp:cNvSpPr/>
      </dsp:nvSpPr>
      <dsp:spPr>
        <a:xfrm>
          <a:off x="4290222" y="2544189"/>
          <a:ext cx="563554" cy="5635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04305-B863-4592-8267-6BA890774F1D}">
      <dsp:nvSpPr>
        <dsp:cNvPr id="0" name=""/>
        <dsp:cNvSpPr/>
      </dsp:nvSpPr>
      <dsp:spPr>
        <a:xfrm>
          <a:off x="3766921" y="3622994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Software updates</a:t>
          </a:r>
        </a:p>
      </dsp:txBody>
      <dsp:txXfrm>
        <a:off x="3766921" y="3622994"/>
        <a:ext cx="1610156" cy="644062"/>
      </dsp:txXfrm>
    </dsp:sp>
    <dsp:sp modelId="{305DECBB-59EE-468F-993C-2755DB1F5903}">
      <dsp:nvSpPr>
        <dsp:cNvPr id="0" name=""/>
        <dsp:cNvSpPr/>
      </dsp:nvSpPr>
      <dsp:spPr>
        <a:xfrm>
          <a:off x="5972835" y="2334869"/>
          <a:ext cx="982195" cy="98219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F4F4D-F322-4D54-BAEF-A31A8335B9E6}">
      <dsp:nvSpPr>
        <dsp:cNvPr id="0" name=""/>
        <dsp:cNvSpPr/>
      </dsp:nvSpPr>
      <dsp:spPr>
        <a:xfrm>
          <a:off x="6182156" y="2544189"/>
          <a:ext cx="563554" cy="5635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F9898-B934-4028-9C44-0880655CC3F0}">
      <dsp:nvSpPr>
        <dsp:cNvPr id="0" name=""/>
        <dsp:cNvSpPr/>
      </dsp:nvSpPr>
      <dsp:spPr>
        <a:xfrm>
          <a:off x="5658855" y="3622994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Wi-Fi security</a:t>
          </a:r>
        </a:p>
      </dsp:txBody>
      <dsp:txXfrm>
        <a:off x="5658855" y="3622994"/>
        <a:ext cx="1610156" cy="644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t-applicada.blogspot.com/2013/11/el-usuario-blanco-predilecto-del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ilypn.com/business-growth-proven-strategies-for-ethical-success-and-long-term-entrepreneurial-excellence-in-2026/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Cybersecurity Risk Analysis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TrendVault</a:t>
            </a:r>
            <a:r>
              <a:rPr lang="en-US" dirty="0"/>
              <a:t> Apparel (Simulated Small Business)</a:t>
            </a:r>
          </a:p>
          <a:p>
            <a:r>
              <a:rPr lang="en-US" dirty="0"/>
              <a:t>Jaden Coffie </a:t>
            </a:r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/>
          <a:p>
            <a:r>
              <a:rPr lang="en-US" dirty="0"/>
              <a:t>Business Overview</a:t>
            </a:r>
            <a:endParaRPr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CD0BBD9-0C67-EBF8-8B03-DDA8BA35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77200" y="4343400"/>
            <a:ext cx="1143000" cy="914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graphicFrame>
        <p:nvGraphicFramePr>
          <p:cNvPr id="18" name="Content Placeholder 13">
            <a:extLst>
              <a:ext uri="{FF2B5EF4-FFF2-40B4-BE49-F238E27FC236}">
                <a16:creationId xmlns:a16="http://schemas.microsoft.com/office/drawing/2014/main" id="{45422522-1871-49B6-1B73-1BC83EFB3F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763671"/>
              </p:ext>
            </p:extLst>
          </p:nvPr>
        </p:nvGraphicFramePr>
        <p:xfrm>
          <a:off x="760412" y="762000"/>
          <a:ext cx="64008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</p:spPr>
        <p:txBody>
          <a:bodyPr anchor="b">
            <a:normAutofit/>
          </a:bodyPr>
          <a:lstStyle/>
          <a:p>
            <a:r>
              <a:rPr lang="en-US" dirty="0"/>
              <a:t>Key Digital Assets</a:t>
            </a:r>
            <a:endParaRPr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6C04323-1272-BD33-74F1-83D2CF76E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262190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>
                <a:latin typeface="+mj-lt"/>
                <a:ea typeface="+mj-ea"/>
                <a:cs typeface="+mj-cs"/>
              </a:rPr>
              <a:t>Major Cybersecurity Risks</a:t>
            </a: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AEF2E7FC-0E53-DD1A-838D-1FBF89BDB2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38" b="-2"/>
          <a:stretch>
            <a:fillRect/>
          </a:stretch>
        </p:blipFill>
        <p:spPr>
          <a:xfrm>
            <a:off x="781251" y="777240"/>
            <a:ext cx="6400800" cy="530352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0D868F-FFEB-63EB-88DF-216D65C871E8}"/>
              </a:ext>
            </a:extLst>
          </p:cNvPr>
          <p:cNvSpPr txBox="1"/>
          <p:nvPr/>
        </p:nvSpPr>
        <p:spPr>
          <a:xfrm>
            <a:off x="7997952" y="3429000"/>
            <a:ext cx="3127248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Phishing 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Weak passwords 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Malware/ransomware 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Unsecured Wi-Fi 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Data breaches 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5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Unpatched software 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500" kern="1200">
              <a:solidFill>
                <a:schemeClr val="tx1">
                  <a:lumMod val="8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Matrix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Risks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4007AF-99DB-2EA7-9AB6-828592511B6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17776" y="2590800"/>
            <a:ext cx="4343400" cy="2282698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B7D2E98-4B97-DD8F-6726-DB6E34467C9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20952" y="2738651"/>
            <a:ext cx="32688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= Critical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passwords = Critical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Malware = High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Unpatched software = High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3E541-0F15-4BE7-BF79-F26623AEA8E6}"/>
              </a:ext>
            </a:extLst>
          </p:cNvPr>
          <p:cNvSpPr txBox="1"/>
          <p:nvPr/>
        </p:nvSpPr>
        <p:spPr>
          <a:xfrm>
            <a:off x="6317776" y="4873498"/>
            <a:ext cx="4343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t-applicada.blogspot.com/2013/11/el-usuario-blanco-predilecto-del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80B1-832A-E9B0-885D-E85AC689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ABA7-281A-D93C-AEBE-FDF23553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Security Recommendations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5C06649-A873-40B4-6D75-75F793BDDE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060675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063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 / Conclusion</a:t>
            </a:r>
            <a:endParaRPr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28DC1D1-8F13-FE21-9DE5-1D62CD2C08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9349" r="19349"/>
          <a:stretch>
            <a:fillRect/>
          </a:stretch>
        </p:blipFill>
        <p:spPr/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F769D9B-8503-6D45-47B8-9E24BA59FA0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97952" y="3604736"/>
            <a:ext cx="338105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risk of data loss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customer trust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business </a:t>
            </a:r>
            <a:r>
              <a:rPr lang="en-US" altLang="en-US" sz="1800">
                <a:solidFill>
                  <a:schemeClr val="tx1"/>
                </a:solidFill>
              </a:rPr>
              <a:t>continuity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digital operations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36</TotalTime>
  <Words>127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Candara</vt:lpstr>
      <vt:lpstr>Consolas</vt:lpstr>
      <vt:lpstr>Tech Computer 16x9</vt:lpstr>
      <vt:lpstr>Business Cybersecurity Risk Analysis</vt:lpstr>
      <vt:lpstr>Business Overview</vt:lpstr>
      <vt:lpstr>Key Digital Assets</vt:lpstr>
      <vt:lpstr>Major Cybersecurity Risks</vt:lpstr>
      <vt:lpstr>Risk Matrix</vt:lpstr>
      <vt:lpstr>Security Recommendations</vt:lpstr>
      <vt:lpstr>Business Impact /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Jaden Coffie</dc:creator>
  <cp:lastModifiedBy>Jaden Coffie</cp:lastModifiedBy>
  <cp:revision>2</cp:revision>
  <dcterms:created xsi:type="dcterms:W3CDTF">2026-04-03T04:43:16Z</dcterms:created>
  <dcterms:modified xsi:type="dcterms:W3CDTF">2026-04-03T05:19:31Z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